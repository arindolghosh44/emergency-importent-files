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76" r:id="rId5"/>
    <p:sldId id="277" r:id="rId6"/>
    <p:sldId id="26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0808"/>
    <a:srgbClr val="AA3616"/>
    <a:srgbClr val="A818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ABC79-9135-4897-8591-770F81FA4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A955F4-4B22-402E-85CD-22FB9C118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F44D3-2B6D-4F82-9A59-C533AA1F8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F354-8486-4258-8A70-C4BF593B8116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6CD1B-D835-4A8D-A249-16A20DB45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68859-26E3-4C47-99A0-295B57CB6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E3BC-47F4-45B1-84AC-94C4E405E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279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60169-A9E6-4E57-8BA8-289C1587C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83DD6-995A-491F-BA5C-6A49E2F0A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E49E9-2736-4261-81A5-E047700FF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F354-8486-4258-8A70-C4BF593B8116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D6A41-9A12-4D0F-B667-F3F267342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A469E-5561-4F1F-A4A3-5E57154DB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E3BC-47F4-45B1-84AC-94C4E405E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768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35137-D3C2-4AD2-8818-E053B93E6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2E118-ABDC-4B31-8573-9DFE6DAA6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5381C-54A2-4FE7-9301-C044471BD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F354-8486-4258-8A70-C4BF593B8116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A2474-048E-492F-81DE-4D5C8396B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63899-DAE2-4F24-8B80-48D6DA44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E3BC-47F4-45B1-84AC-94C4E405E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66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A1C14-8E21-430F-9BB8-9BBEE481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704A5-848C-4D67-970D-131813421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B8E15-F879-472A-AD8F-FCDF07B72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052F9-C9D2-4867-8441-E84BEFFF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F354-8486-4258-8A70-C4BF593B8116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CD5AD-D8E6-4040-AA04-6491D4813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0E858-EE59-44A0-9114-7EA676AC7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E3BC-47F4-45B1-84AC-94C4E405E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074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B8CB9-E68F-4FB8-AE4A-82A02A926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F8CD6-9526-4B57-937F-D2AD8B3BE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36DC9-8CCE-4FAE-A819-5BF672F63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896E8-5A8C-434B-8233-A541781CE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C952D4-D4F2-4137-8E70-43950171EE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238D5C-0AE5-4BE4-A616-FC8D61F5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F354-8486-4258-8A70-C4BF593B8116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476BDF-7265-406D-82D8-D93C5C0D1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0967B1-DC15-4621-9F01-36133F657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E3BC-47F4-45B1-84AC-94C4E405E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242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C3DF2-35C2-477D-B45A-88A03BF3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A28A36-B52A-43B4-86BA-FD01B412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F354-8486-4258-8A70-C4BF593B8116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B3C99-411D-4736-8130-C316109F6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AD956-CBA6-45AE-B679-C35D6DCE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E3BC-47F4-45B1-84AC-94C4E405E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52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6CF9C5-CD67-46C9-8399-C087FC85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F354-8486-4258-8A70-C4BF593B8116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028B28-9DED-4AB8-BA2E-6B0C1903B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1A615-AE25-43B1-8085-B65FB6F5A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E3BC-47F4-45B1-84AC-94C4E405E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95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61FA7-04A5-48BF-85F8-EE2AEA79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1D6BF-2194-4808-94A6-7B8B9198E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79A2B-741A-4684-A979-BE3B6DD31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8E421-1E31-4F1D-A0C3-47127380B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F354-8486-4258-8A70-C4BF593B8116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C109F-AE7B-4CDF-A9E5-FBF1AF8DA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1688C-A987-4A13-93C0-552458F9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E3BC-47F4-45B1-84AC-94C4E405E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199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5B495-B052-421A-8623-B1270F82A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2A1A19-6A4F-4A86-80A1-0A624A880B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303B8-1667-4D09-91B6-6D81E3FBA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50731-ECD8-400D-A0C4-E53D012AE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F354-8486-4258-8A70-C4BF593B8116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06B98-D2C5-480D-AB34-374D9D226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51ECA-012A-4DA6-B97C-F7450643E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E3BC-47F4-45B1-84AC-94C4E405E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068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F6A-3168-40BB-91EA-0E56A3202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AB1BF-C4C3-4E47-8403-5C9458E5D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E521D-485A-4778-97A7-7E1C2A7B7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F354-8486-4258-8A70-C4BF593B8116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C43FF-1B2E-4FEC-B317-FDC20EE5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01D56-443F-48F2-91E3-EF858A59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E3BC-47F4-45B1-84AC-94C4E405E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67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942613-E2AE-4EE0-BD16-544A14C22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70ADB-72D2-4BAF-BDCA-09660F983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9CA71-C4FE-4232-B368-854BDF9F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F354-8486-4258-8A70-C4BF593B8116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A4774-9B81-4F68-BA6F-19807B33E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B3DB1-0C0C-41B9-9B7E-5A34356A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8E3BC-47F4-45B1-84AC-94C4E405E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492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1AEF86-5BD7-4D57-800F-85B94C9B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9AF1F-C545-499F-BD35-C1CF77401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461A9-8B9B-46CA-B8F3-EE91C7436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4F354-8486-4258-8A70-C4BF593B8116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FAA73-4EC3-4B82-90C0-3E4B07238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BEB22-303D-458B-A9AB-E771F91B9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8E3BC-47F4-45B1-84AC-94C4E405E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98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4B846-0047-404B-807E-7C811CE74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660760"/>
            <a:ext cx="9556955" cy="3473495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r>
              <a:rPr lang="en-US" sz="3600" b="1" dirty="0"/>
              <a:t>Asansol Engineering College </a:t>
            </a:r>
            <a:br>
              <a:rPr lang="en-US" sz="3600" dirty="0"/>
            </a:br>
            <a:r>
              <a:rPr lang="en-US" sz="3600" dirty="0"/>
              <a:t>Department : Information Technology</a:t>
            </a:r>
            <a:br>
              <a:rPr lang="en-US" sz="3600" dirty="0"/>
            </a:br>
            <a:r>
              <a:rPr lang="en-US" sz="3600" dirty="0"/>
              <a:t>Semester: 8</a:t>
            </a:r>
            <a:r>
              <a:rPr lang="en-US" sz="3600" baseline="30000" dirty="0"/>
              <a:t>th</a:t>
            </a:r>
            <a:br>
              <a:rPr lang="en-US" sz="3600" dirty="0"/>
            </a:br>
            <a:r>
              <a:rPr lang="en-US" sz="3600" dirty="0"/>
              <a:t>Session : Even Sem 2024-25</a:t>
            </a:r>
            <a:br>
              <a:rPr lang="en-US" sz="3600" dirty="0"/>
            </a:br>
            <a:r>
              <a:rPr lang="en-US" sz="3600" dirty="0"/>
              <a:t>Course Name :CRYPTOGRAPHY &amp; NETWORK SECURITY</a:t>
            </a:r>
            <a:br>
              <a:rPr lang="en-US" sz="3600" dirty="0"/>
            </a:br>
            <a:r>
              <a:rPr lang="en-US" sz="3600" dirty="0"/>
              <a:t>Course Code:PECIT801B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F9351-34D1-424F-90E7-BA734879A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1478"/>
            <a:ext cx="9556954" cy="1655762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algn="l"/>
            <a:r>
              <a:rPr lang="en-US" sz="2400" b="1" dirty="0"/>
              <a:t>CA1 Submission By:</a:t>
            </a:r>
            <a:endParaRPr lang="en-US" b="1" dirty="0"/>
          </a:p>
          <a:p>
            <a:r>
              <a:rPr lang="en-US" dirty="0"/>
              <a:t>Name : </a:t>
            </a:r>
            <a:r>
              <a:rPr lang="en-US" b="1" dirty="0"/>
              <a:t>Arindol Ghosh</a:t>
            </a:r>
          </a:p>
          <a:p>
            <a:r>
              <a:rPr lang="en-US" dirty="0"/>
              <a:t>University Roll No : </a:t>
            </a:r>
            <a:r>
              <a:rPr lang="en-US" b="1" dirty="0"/>
              <a:t>10800221100</a:t>
            </a:r>
          </a:p>
          <a:p>
            <a:r>
              <a:rPr lang="en-US" dirty="0"/>
              <a:t>Date of Submission </a:t>
            </a:r>
            <a:r>
              <a:rPr lang="en-US" b="1" dirty="0"/>
              <a:t>:26/02/2025</a:t>
            </a:r>
            <a:endParaRPr lang="en-IN" b="1" dirty="0"/>
          </a:p>
        </p:txBody>
      </p:sp>
      <p:pic>
        <p:nvPicPr>
          <p:cNvPr id="1026" name="Picture 2" descr="Asansol Engineering College - Wikipedia">
            <a:extLst>
              <a:ext uri="{FF2B5EF4-FFF2-40B4-BE49-F238E27FC236}">
                <a16:creationId xmlns:a16="http://schemas.microsoft.com/office/drawing/2014/main" id="{03D3DFC5-AD26-40CE-9BE7-9896B9110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155" y="738582"/>
            <a:ext cx="861527" cy="81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180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E772E-E789-4D73-92BD-390B149665B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b="1" dirty="0"/>
              <a:t>Topic :The Role of Cryptography in Network Security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D760A-15BB-4FA4-9F38-3FE7DB22764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b="1" dirty="0"/>
              <a:t>Introduction</a:t>
            </a:r>
          </a:p>
          <a:p>
            <a:r>
              <a:rPr lang="en-US" dirty="0"/>
              <a:t>In the digital era, data security has become a critical concern due to the increasing reliance on internet-based communication and transactions. Cyber threats such as hacking, data breaches, and unauthorized access have necessitated robust security measures to protect sensitive information. Cryptography, a fundamental aspect of network security, plays a vital role in safeguarding data by ensuring confidentiality, integrity, and authentication. This paper explores the significance of cryptography in network security, its key techniques, applications, and emerging challenges.</a:t>
            </a:r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6899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917E-453C-4BDF-B74E-EE456CA62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08" y="83977"/>
            <a:ext cx="10467392" cy="1606712"/>
          </a:xfrm>
          <a:noFill/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IN" sz="4000" b="1" dirty="0"/>
              <a:t>Fundamentals of Cryptography</a:t>
            </a:r>
            <a:endParaRPr lang="en-IN" sz="8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1F9F68-63CD-ADD1-119B-C0B2387BCBD0}"/>
              </a:ext>
            </a:extLst>
          </p:cNvPr>
          <p:cNvSpPr txBox="1"/>
          <p:nvPr/>
        </p:nvSpPr>
        <p:spPr>
          <a:xfrm>
            <a:off x="877081" y="1811799"/>
            <a:ext cx="104673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Cryptography is the science of securing information through mathematical techniques that make data unreadable to unauthorized parties. It ensures three core security principles: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Confidentiality:</a:t>
            </a:r>
            <a:r>
              <a:rPr lang="en-US" sz="2400" dirty="0"/>
              <a:t> Prevents unauthorized access to sensitive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Integrity:</a:t>
            </a:r>
            <a:r>
              <a:rPr lang="en-US" sz="2400" dirty="0"/>
              <a:t> Ensures that data is not altered during transmission.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Authentication:</a:t>
            </a:r>
            <a:r>
              <a:rPr lang="en-US" sz="2400" dirty="0"/>
              <a:t> Verifies the identity of communicating parties.</a:t>
            </a:r>
          </a:p>
          <a:p>
            <a:r>
              <a:rPr lang="en-US" sz="2400" dirty="0"/>
              <a:t>Cryptographic systems typically involve encryption and decryption processes. Encryption transforms plaintext into ciphertext using an algorithm and a cryptographic key, while decryption reverses this process to retrieve the original data.</a:t>
            </a:r>
          </a:p>
        </p:txBody>
      </p:sp>
    </p:spTree>
    <p:extLst>
      <p:ext uri="{BB962C8B-B14F-4D97-AF65-F5344CB8AC3E}">
        <p14:creationId xmlns:p14="http://schemas.microsoft.com/office/powerpoint/2010/main" val="848028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923B4-8118-B2D7-6DE1-A14970374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ABECC3-E4B9-2DF1-996C-93ED62350773}"/>
              </a:ext>
            </a:extLst>
          </p:cNvPr>
          <p:cNvSpPr txBox="1"/>
          <p:nvPr/>
        </p:nvSpPr>
        <p:spPr>
          <a:xfrm>
            <a:off x="1" y="0"/>
            <a:ext cx="12192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Types of Cryptography</a:t>
            </a:r>
          </a:p>
          <a:p>
            <a:pPr algn="just"/>
            <a:r>
              <a:rPr lang="en-US" sz="2000" dirty="0"/>
              <a:t>Cryptography is essential for securing data in network communications. The three primary types of cryptographic techniques are:</a:t>
            </a:r>
          </a:p>
          <a:p>
            <a:pPr algn="just"/>
            <a:r>
              <a:rPr lang="en-US" sz="2000" b="1" dirty="0"/>
              <a:t>1. Symmetric Key Cryptography</a:t>
            </a:r>
          </a:p>
          <a:p>
            <a:pPr algn="just"/>
            <a:r>
              <a:rPr lang="en-US" sz="2000" dirty="0"/>
              <a:t>Also known as secret-key cryptography, this method uses a single key for both encryption and decryption. It is efficient for large-scale encryption but poses challenges in secure key sharing. Common algorithms include: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AES (Advanced Encryption Standard):</a:t>
            </a:r>
            <a:r>
              <a:rPr lang="en-US" sz="2000" dirty="0"/>
              <a:t> A secure and widely used encryption standard.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DES (Data Encryption Standard):</a:t>
            </a:r>
            <a:r>
              <a:rPr lang="en-US" sz="2000" dirty="0"/>
              <a:t> An older encryption method now considered weak due to small key sizes.</a:t>
            </a:r>
          </a:p>
          <a:p>
            <a:pPr algn="just"/>
            <a:r>
              <a:rPr lang="en-US" sz="2000" dirty="0"/>
              <a:t>Symmetric cryptography is used in VPNs, secure file storage, and database encryption.</a:t>
            </a:r>
          </a:p>
          <a:p>
            <a:pPr algn="just"/>
            <a:r>
              <a:rPr lang="en-US" sz="2000" b="1" dirty="0"/>
              <a:t>2. Asymmetric Key Cryptography</a:t>
            </a:r>
          </a:p>
          <a:p>
            <a:pPr algn="just"/>
            <a:r>
              <a:rPr lang="en-US" sz="2000" dirty="0"/>
              <a:t>Also called public-key cryptography, this method uses a public key for encryption and a private key for decryption. It eliminates the key distribution issue. Common algorithms include: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RSA (Rivest-Shamir-Adleman):</a:t>
            </a:r>
            <a:r>
              <a:rPr lang="en-US" sz="2000" dirty="0"/>
              <a:t> Used in secure communication and digital signatures.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ECC (Elliptic Curve Cryptography):</a:t>
            </a:r>
            <a:r>
              <a:rPr lang="en-US" sz="2000" dirty="0"/>
              <a:t> Provides strong security with smaller key sizes.</a:t>
            </a:r>
          </a:p>
          <a:p>
            <a:pPr algn="just"/>
            <a:r>
              <a:rPr lang="en-US" sz="2000" dirty="0"/>
              <a:t>It is widely used in SSL/TLS protocols and blockchain security.</a:t>
            </a:r>
          </a:p>
          <a:p>
            <a:pPr algn="just"/>
            <a:r>
              <a:rPr lang="en-US" sz="2000" b="1" dirty="0"/>
              <a:t>3. Hash Functions</a:t>
            </a:r>
          </a:p>
          <a:p>
            <a:pPr algn="just"/>
            <a:r>
              <a:rPr lang="en-US" sz="2000" dirty="0"/>
              <a:t>Hash functions convert data into a fixed-length hash value, ensuring integrity. Examples include: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SHA-256:</a:t>
            </a:r>
            <a:r>
              <a:rPr lang="en-US" sz="2000" dirty="0"/>
              <a:t> Used in digital signatures and blockchain.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MD5:</a:t>
            </a:r>
            <a:r>
              <a:rPr lang="en-US" sz="2000" dirty="0"/>
              <a:t> A weaker algorithm prone to collisions.</a:t>
            </a:r>
          </a:p>
          <a:p>
            <a:pPr algn="just"/>
            <a:r>
              <a:rPr lang="en-US" sz="2000" dirty="0"/>
              <a:t>These techniques together enhance cybersecurity and data protection.</a:t>
            </a:r>
          </a:p>
        </p:txBody>
      </p:sp>
    </p:spTree>
    <p:extLst>
      <p:ext uri="{BB962C8B-B14F-4D97-AF65-F5344CB8AC3E}">
        <p14:creationId xmlns:p14="http://schemas.microsoft.com/office/powerpoint/2010/main" val="4000361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97C60-667C-E4F2-CF51-967E684CE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F61C9C-44C6-52D5-416D-9BD45199B813}"/>
              </a:ext>
            </a:extLst>
          </p:cNvPr>
          <p:cNvSpPr txBox="1"/>
          <p:nvPr/>
        </p:nvSpPr>
        <p:spPr>
          <a:xfrm>
            <a:off x="483637" y="458956"/>
            <a:ext cx="105156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dirty="0"/>
              <a:t>Applications of Cryptography in Network Security</a:t>
            </a:r>
          </a:p>
          <a:p>
            <a:pPr algn="just"/>
            <a:r>
              <a:rPr lang="en-IN" sz="2000" dirty="0"/>
              <a:t>Cryptography is used extensively in network security for various applications:</a:t>
            </a:r>
          </a:p>
          <a:p>
            <a:pPr algn="just"/>
            <a:r>
              <a:rPr lang="en-IN" sz="2000" b="1" dirty="0"/>
              <a:t>1. Secure Communication</a:t>
            </a:r>
          </a:p>
          <a:p>
            <a:pPr algn="just"/>
            <a:r>
              <a:rPr lang="en-IN" sz="2000" dirty="0"/>
              <a:t>Protocols such as Secure Sockets Layer (SSL) and Transport Layer Security (TLS) use cryptography to encrypt data between web servers and clients, preventing eavesdropping and man-in-the-middle attacks.</a:t>
            </a:r>
          </a:p>
          <a:p>
            <a:pPr algn="just"/>
            <a:r>
              <a:rPr lang="en-IN" sz="2000" b="1" dirty="0"/>
              <a:t>2. Authentication and Digital Signatures</a:t>
            </a:r>
          </a:p>
          <a:p>
            <a:pPr algn="just"/>
            <a:r>
              <a:rPr lang="en-IN" sz="2000" dirty="0"/>
              <a:t>Cryptographic techniques authenticate users and validate document integrity through digital signatures. Public Key Infrastructure (PKI) enables secure authentication for online transactions and electronic contracts.</a:t>
            </a:r>
          </a:p>
          <a:p>
            <a:pPr algn="just"/>
            <a:r>
              <a:rPr lang="en-IN" sz="2000" b="1" dirty="0"/>
              <a:t>3. Virtual Private Networks (VPNs)</a:t>
            </a:r>
          </a:p>
          <a:p>
            <a:pPr algn="just"/>
            <a:r>
              <a:rPr lang="en-IN" sz="2000" dirty="0"/>
              <a:t>VPNs use encryption to create secure tunnels over public networks, ensuring safe remote access to corporate resources.</a:t>
            </a:r>
          </a:p>
          <a:p>
            <a:pPr algn="just"/>
            <a:r>
              <a:rPr lang="en-IN" sz="2000" b="1" dirty="0"/>
              <a:t>4. Blockchain and Cryptocurrencies</a:t>
            </a:r>
          </a:p>
          <a:p>
            <a:pPr algn="just"/>
            <a:r>
              <a:rPr lang="en-IN" sz="2000" dirty="0"/>
              <a:t>Blockchain technology leverages cryptographic hashing and digital signatures to secure decentralized transactions in cryptocurrencies like Bitcoin and Ethereum.</a:t>
            </a:r>
          </a:p>
          <a:p>
            <a:pPr algn="just"/>
            <a:r>
              <a:rPr lang="en-IN" sz="2000" b="1" dirty="0"/>
              <a:t>5. Secure Email Communication</a:t>
            </a:r>
          </a:p>
          <a:p>
            <a:pPr algn="just"/>
            <a:r>
              <a:rPr lang="en-IN" sz="2000" dirty="0"/>
              <a:t>Encryption standards such as Pretty Good Privacy (PGP) and Secure/Multipurpose Internet Mail Extensions (S/MIME) encrypt email contents and attachments, ensuring privacy.</a:t>
            </a:r>
          </a:p>
        </p:txBody>
      </p:sp>
    </p:spTree>
    <p:extLst>
      <p:ext uri="{BB962C8B-B14F-4D97-AF65-F5344CB8AC3E}">
        <p14:creationId xmlns:p14="http://schemas.microsoft.com/office/powerpoint/2010/main" val="2901055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A70A2-26D3-4C04-A689-420218DB0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3" y="1031132"/>
            <a:ext cx="10515600" cy="4893013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Thank You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3100" b="1" dirty="0"/>
              <a:t>Contact No :&lt;9749429965&gt;</a:t>
            </a:r>
            <a:br>
              <a:rPr lang="en-US" sz="3100" b="1" dirty="0"/>
            </a:br>
            <a:r>
              <a:rPr lang="en-US" sz="3100" b="1" dirty="0"/>
              <a:t>Email Id: &lt;arindolghosh.44@gmail.com&gt;</a:t>
            </a:r>
            <a:br>
              <a:rPr lang="en-US" sz="3100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63846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681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    Asansol Engineering College  Department : Information Technology Semester: 8th Session : Even Sem 2024-25 Course Name :CRYPTOGRAPHY &amp; NETWORK SECURITY Course Code:PECIT801B</vt:lpstr>
      <vt:lpstr>Topic :The Role of Cryptography in Network Security</vt:lpstr>
      <vt:lpstr>Fundamentals of Cryptography</vt:lpstr>
      <vt:lpstr>PowerPoint Presentation</vt:lpstr>
      <vt:lpstr>PowerPoint Presentation</vt:lpstr>
      <vt:lpstr>   Thank You     Contact No :&lt;9749429965&gt; Email Id: &lt;arindolghosh.44@gmail.com&gt;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Asansol Engineering College  Department : IT Semester: 4th Session : Even Sem 2025 Course Name : FLAT Course Code: PCC-CS403</dc:title>
  <dc:creator>a banerjee</dc:creator>
  <cp:lastModifiedBy>ARINDOL GHOSH</cp:lastModifiedBy>
  <cp:revision>13</cp:revision>
  <dcterms:created xsi:type="dcterms:W3CDTF">2025-02-23T02:01:18Z</dcterms:created>
  <dcterms:modified xsi:type="dcterms:W3CDTF">2025-02-26T13:31:24Z</dcterms:modified>
</cp:coreProperties>
</file>