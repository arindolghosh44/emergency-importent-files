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68" r:id="rId4"/>
    <p:sldId id="260" r:id="rId5"/>
    <p:sldId id="258" r:id="rId6"/>
    <p:sldId id="261" r:id="rId7"/>
    <p:sldId id="262" r:id="rId8"/>
    <p:sldId id="263" r:id="rId9"/>
    <p:sldId id="264" r:id="rId10"/>
    <p:sldId id="265" r:id="rId11"/>
    <p:sldId id="266" r:id="rId12"/>
    <p:sldId id="267" r:id="rId13"/>
    <p:sldId id="272" r:id="rId14"/>
    <p:sldId id="271" r:id="rId15"/>
    <p:sldId id="269" r:id="rId16"/>
    <p:sldId id="270"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807" autoAdjust="0"/>
    <p:restoredTop sz="94660"/>
  </p:normalViewPr>
  <p:slideViewPr>
    <p:cSldViewPr snapToGrid="0">
      <p:cViewPr varScale="1">
        <p:scale>
          <a:sx n="82" d="100"/>
          <a:sy n="82" d="100"/>
        </p:scale>
        <p:origin x="118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C12FA1-DAD0-4DB0-A32A-E9A933F472BF}" type="datetimeFigureOut">
              <a:rPr lang="en-IN" smtClean="0"/>
              <a:t>01-03-2025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A75A1D-2F97-410B-9AA7-F39ABAFCDD3A}" type="slidenum">
              <a:rPr lang="en-IN" smtClean="0"/>
              <a:t>‹#›</a:t>
            </a:fld>
            <a:endParaRPr lang="en-IN"/>
          </a:p>
        </p:txBody>
      </p:sp>
    </p:spTree>
    <p:extLst>
      <p:ext uri="{BB962C8B-B14F-4D97-AF65-F5344CB8AC3E}">
        <p14:creationId xmlns:p14="http://schemas.microsoft.com/office/powerpoint/2010/main" val="3503729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CE63540-9855-405D-8D1D-BE48DFEB2FF9}"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3F187-F0C9-4CA6-AABD-3BE0504E381D}" type="slidenum">
              <a:rPr lang="en-US" smtClean="0"/>
              <a:t>‹#›</a:t>
            </a:fld>
            <a:endParaRPr lang="en-US"/>
          </a:p>
        </p:txBody>
      </p:sp>
    </p:spTree>
    <p:extLst>
      <p:ext uri="{BB962C8B-B14F-4D97-AF65-F5344CB8AC3E}">
        <p14:creationId xmlns:p14="http://schemas.microsoft.com/office/powerpoint/2010/main" val="1528103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E63540-9855-405D-8D1D-BE48DFEB2FF9}"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3F187-F0C9-4CA6-AABD-3BE0504E381D}" type="slidenum">
              <a:rPr lang="en-US" smtClean="0"/>
              <a:t>‹#›</a:t>
            </a:fld>
            <a:endParaRPr lang="en-US"/>
          </a:p>
        </p:txBody>
      </p:sp>
    </p:spTree>
    <p:extLst>
      <p:ext uri="{BB962C8B-B14F-4D97-AF65-F5344CB8AC3E}">
        <p14:creationId xmlns:p14="http://schemas.microsoft.com/office/powerpoint/2010/main" val="3951685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CE63540-9855-405D-8D1D-BE48DFEB2FF9}"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3F187-F0C9-4CA6-AABD-3BE0504E381D}" type="slidenum">
              <a:rPr lang="en-US" smtClean="0"/>
              <a:t>‹#›</a:t>
            </a:fld>
            <a:endParaRPr lang="en-US"/>
          </a:p>
        </p:txBody>
      </p:sp>
    </p:spTree>
    <p:extLst>
      <p:ext uri="{BB962C8B-B14F-4D97-AF65-F5344CB8AC3E}">
        <p14:creationId xmlns:p14="http://schemas.microsoft.com/office/powerpoint/2010/main" val="1379587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CE63540-9855-405D-8D1D-BE48DFEB2FF9}" type="datetimeFigureOut">
              <a:rPr lang="en-US" smtClean="0"/>
              <a:t>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B3F187-F0C9-4CA6-AABD-3BE0504E381D}" type="slidenum">
              <a:rPr lang="en-US" smtClean="0"/>
              <a:t>‹#›</a:t>
            </a:fld>
            <a:endParaRPr lang="en-US"/>
          </a:p>
        </p:txBody>
      </p:sp>
    </p:spTree>
    <p:extLst>
      <p:ext uri="{BB962C8B-B14F-4D97-AF65-F5344CB8AC3E}">
        <p14:creationId xmlns:p14="http://schemas.microsoft.com/office/powerpoint/2010/main" val="3687323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CE63540-9855-405D-8D1D-BE48DFEB2FF9}" type="datetimeFigureOut">
              <a:rPr lang="en-US" smtClean="0"/>
              <a:t>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B3F187-F0C9-4CA6-AABD-3BE0504E381D}" type="slidenum">
              <a:rPr lang="en-US" smtClean="0"/>
              <a:t>‹#›</a:t>
            </a:fld>
            <a:endParaRPr lang="en-US"/>
          </a:p>
        </p:txBody>
      </p:sp>
    </p:spTree>
    <p:extLst>
      <p:ext uri="{BB962C8B-B14F-4D97-AF65-F5344CB8AC3E}">
        <p14:creationId xmlns:p14="http://schemas.microsoft.com/office/powerpoint/2010/main" val="266063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CE63540-9855-405D-8D1D-BE48DFEB2FF9}" type="datetimeFigureOut">
              <a:rPr lang="en-US" smtClean="0"/>
              <a:t>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B3F187-F0C9-4CA6-AABD-3BE0504E381D}" type="slidenum">
              <a:rPr lang="en-US" smtClean="0"/>
              <a:t>‹#›</a:t>
            </a:fld>
            <a:endParaRPr lang="en-US"/>
          </a:p>
        </p:txBody>
      </p:sp>
    </p:spTree>
    <p:extLst>
      <p:ext uri="{BB962C8B-B14F-4D97-AF65-F5344CB8AC3E}">
        <p14:creationId xmlns:p14="http://schemas.microsoft.com/office/powerpoint/2010/main" val="3267249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E63540-9855-405D-8D1D-BE48DFEB2FF9}" type="datetimeFigureOut">
              <a:rPr lang="en-US" smtClean="0"/>
              <a:t>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B3F187-F0C9-4CA6-AABD-3BE0504E381D}" type="slidenum">
              <a:rPr lang="en-US" smtClean="0"/>
              <a:t>‹#›</a:t>
            </a:fld>
            <a:endParaRPr lang="en-US"/>
          </a:p>
        </p:txBody>
      </p:sp>
    </p:spTree>
    <p:extLst>
      <p:ext uri="{BB962C8B-B14F-4D97-AF65-F5344CB8AC3E}">
        <p14:creationId xmlns:p14="http://schemas.microsoft.com/office/powerpoint/2010/main" val="3668482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E63540-9855-405D-8D1D-BE48DFEB2FF9}" type="datetimeFigureOut">
              <a:rPr lang="en-US" smtClean="0"/>
              <a:t>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B3F187-F0C9-4CA6-AABD-3BE0504E381D}" type="slidenum">
              <a:rPr lang="en-US" smtClean="0"/>
              <a:t>‹#›</a:t>
            </a:fld>
            <a:endParaRPr lang="en-US"/>
          </a:p>
        </p:txBody>
      </p:sp>
    </p:spTree>
    <p:extLst>
      <p:ext uri="{BB962C8B-B14F-4D97-AF65-F5344CB8AC3E}">
        <p14:creationId xmlns:p14="http://schemas.microsoft.com/office/powerpoint/2010/main" val="1575420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E63540-9855-405D-8D1D-BE48DFEB2FF9}" type="datetimeFigureOut">
              <a:rPr lang="en-US" smtClean="0"/>
              <a:t>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B3F187-F0C9-4CA6-AABD-3BE0504E381D}" type="slidenum">
              <a:rPr lang="en-US" smtClean="0"/>
              <a:t>‹#›</a:t>
            </a:fld>
            <a:endParaRPr lang="en-US"/>
          </a:p>
        </p:txBody>
      </p:sp>
    </p:spTree>
    <p:extLst>
      <p:ext uri="{BB962C8B-B14F-4D97-AF65-F5344CB8AC3E}">
        <p14:creationId xmlns:p14="http://schemas.microsoft.com/office/powerpoint/2010/main" val="2747726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E63540-9855-405D-8D1D-BE48DFEB2FF9}"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3F187-F0C9-4CA6-AABD-3BE0504E381D}" type="slidenum">
              <a:rPr lang="en-US" smtClean="0"/>
              <a:t>‹#›</a:t>
            </a:fld>
            <a:endParaRPr lang="en-US"/>
          </a:p>
        </p:txBody>
      </p:sp>
    </p:spTree>
    <p:extLst>
      <p:ext uri="{BB962C8B-B14F-4D97-AF65-F5344CB8AC3E}">
        <p14:creationId xmlns:p14="http://schemas.microsoft.com/office/powerpoint/2010/main" val="2100882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E63540-9855-405D-8D1D-BE48DFEB2FF9}"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B3F187-F0C9-4CA6-AABD-3BE0504E381D}" type="slidenum">
              <a:rPr lang="en-US" smtClean="0"/>
              <a:t>‹#›</a:t>
            </a:fld>
            <a:endParaRPr lang="en-US"/>
          </a:p>
        </p:txBody>
      </p:sp>
    </p:spTree>
    <p:extLst>
      <p:ext uri="{BB962C8B-B14F-4D97-AF65-F5344CB8AC3E}">
        <p14:creationId xmlns:p14="http://schemas.microsoft.com/office/powerpoint/2010/main" val="2530410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E63540-9855-405D-8D1D-BE48DFEB2FF9}" type="datetimeFigureOut">
              <a:rPr lang="en-US" smtClean="0"/>
              <a:t>3/1/2025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B3F187-F0C9-4CA6-AABD-3BE0504E381D}" type="slidenum">
              <a:rPr lang="en-US" smtClean="0"/>
              <a:t>‹#›</a:t>
            </a:fld>
            <a:endParaRPr lang="en-US"/>
          </a:p>
        </p:txBody>
      </p:sp>
    </p:spTree>
    <p:extLst>
      <p:ext uri="{BB962C8B-B14F-4D97-AF65-F5344CB8AC3E}">
        <p14:creationId xmlns:p14="http://schemas.microsoft.com/office/powerpoint/2010/main" val="3897997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7848" y="2201776"/>
            <a:ext cx="11694695" cy="1860082"/>
          </a:xfrm>
        </p:spPr>
        <p:txBody>
          <a:bodyPr>
            <a:noAutofit/>
          </a:bodyPr>
          <a:lstStyle/>
          <a:p>
            <a:r>
              <a:rPr lang="en-US" sz="2800" b="1" dirty="0">
                <a:solidFill>
                  <a:srgbClr val="C00000"/>
                </a:solidFill>
              </a:rPr>
              <a:t>Paper Title: </a:t>
            </a:r>
            <a:r>
              <a:rPr lang="en-US" sz="2800" b="1" dirty="0">
                <a:solidFill>
                  <a:schemeClr val="accent5">
                    <a:lumMod val="75000"/>
                  </a:schemeClr>
                </a:solidFill>
              </a:rPr>
              <a:t> UrbanKart A Spring Boot-Based Scalable E commerce</a:t>
            </a:r>
            <a:br>
              <a:rPr lang="en-US" sz="2800" b="1" dirty="0">
                <a:solidFill>
                  <a:srgbClr val="C00000"/>
                </a:solidFill>
              </a:rPr>
            </a:br>
            <a:r>
              <a:rPr lang="en-US" sz="2800" b="1" dirty="0">
                <a:solidFill>
                  <a:srgbClr val="C00000"/>
                </a:solidFill>
              </a:rPr>
              <a:t>Paper ID:</a:t>
            </a:r>
            <a:r>
              <a:rPr lang="en-US" sz="2800" b="1" dirty="0">
                <a:solidFill>
                  <a:schemeClr val="accent5">
                    <a:lumMod val="75000"/>
                  </a:schemeClr>
                </a:solidFill>
              </a:rPr>
              <a:t>101</a:t>
            </a:r>
            <a:br>
              <a:rPr lang="en-US" sz="2800" b="1" dirty="0">
                <a:solidFill>
                  <a:srgbClr val="C00000"/>
                </a:solidFill>
              </a:rPr>
            </a:br>
            <a:r>
              <a:rPr lang="en-US" sz="2800" b="1" dirty="0">
                <a:solidFill>
                  <a:srgbClr val="C00000"/>
                </a:solidFill>
              </a:rPr>
              <a:t>Authors Name:</a:t>
            </a:r>
            <a:r>
              <a:rPr lang="en-US" sz="2800" b="1" dirty="0">
                <a:solidFill>
                  <a:schemeClr val="accent5">
                    <a:lumMod val="75000"/>
                  </a:schemeClr>
                </a:solidFill>
              </a:rPr>
              <a:t> Arindol Ghosh , Suraj Goswami , Debashis Kar , Binoy Gorai</a:t>
            </a:r>
          </a:p>
        </p:txBody>
      </p:sp>
      <p:sp>
        <p:nvSpPr>
          <p:cNvPr id="3" name="Subtitle 2"/>
          <p:cNvSpPr>
            <a:spLocks noGrp="1"/>
          </p:cNvSpPr>
          <p:nvPr>
            <p:ph type="subTitle" idx="1"/>
          </p:nvPr>
        </p:nvSpPr>
        <p:spPr>
          <a:xfrm>
            <a:off x="1372034" y="4916492"/>
            <a:ext cx="9466981" cy="1177583"/>
          </a:xfrm>
        </p:spPr>
        <p:txBody>
          <a:bodyPr>
            <a:noAutofit/>
          </a:bodyPr>
          <a:lstStyle/>
          <a:p>
            <a:r>
              <a:rPr lang="en-US" dirty="0"/>
              <a:t>Presenter’s Name:</a:t>
            </a:r>
            <a:r>
              <a:rPr lang="en-US" sz="2400" b="1" dirty="0">
                <a:solidFill>
                  <a:schemeClr val="accent5">
                    <a:lumMod val="75000"/>
                  </a:schemeClr>
                </a:solidFill>
              </a:rPr>
              <a:t> Arindol Ghosh </a:t>
            </a:r>
            <a:endParaRPr lang="en-US" dirty="0"/>
          </a:p>
          <a:p>
            <a:r>
              <a:rPr lang="en-US" dirty="0"/>
              <a:t>Presenter’s Affiliation:</a:t>
            </a:r>
            <a:r>
              <a:rPr lang="en-US" sz="2400" b="1" dirty="0">
                <a:solidFill>
                  <a:schemeClr val="accent5">
                    <a:lumMod val="75000"/>
                  </a:schemeClr>
                </a:solidFill>
              </a:rPr>
              <a:t> INFORMATION TECHNOLOGY</a:t>
            </a:r>
            <a:endParaRPr lang="en-US" b="1" dirty="0">
              <a:solidFill>
                <a:schemeClr val="accent5">
                  <a:lumMod val="75000"/>
                </a:schemeClr>
              </a:solidFill>
            </a:endParaRPr>
          </a:p>
        </p:txBody>
      </p:sp>
      <p:sp>
        <p:nvSpPr>
          <p:cNvPr id="4" name="TextBox 3">
            <a:extLst>
              <a:ext uri="{FF2B5EF4-FFF2-40B4-BE49-F238E27FC236}">
                <a16:creationId xmlns:a16="http://schemas.microsoft.com/office/drawing/2014/main" id="{476F88F0-2A68-B72F-4502-CE9813ECE0F1}"/>
              </a:ext>
            </a:extLst>
          </p:cNvPr>
          <p:cNvSpPr txBox="1"/>
          <p:nvPr/>
        </p:nvSpPr>
        <p:spPr>
          <a:xfrm>
            <a:off x="1142617" y="36948"/>
            <a:ext cx="10481640" cy="507831"/>
          </a:xfrm>
          <a:prstGeom prst="rect">
            <a:avLst/>
          </a:prstGeom>
          <a:solidFill>
            <a:schemeClr val="bg1"/>
          </a:solidFill>
        </p:spPr>
        <p:txBody>
          <a:bodyPr wrap="square">
            <a:spAutoFit/>
          </a:bodyPr>
          <a:lstStyle/>
          <a:p>
            <a:r>
              <a:rPr lang="en-IN" sz="2700" b="1" dirty="0">
                <a:solidFill>
                  <a:srgbClr val="002060"/>
                </a:solidFill>
                <a:ea typeface="+mj-ea"/>
                <a:cs typeface="Aharoni" panose="02010803020104030203" pitchFamily="2" charset="-79"/>
              </a:rPr>
              <a:t>1</a:t>
            </a:r>
            <a:r>
              <a:rPr lang="en-IN" sz="2700" b="1" baseline="30000" dirty="0">
                <a:solidFill>
                  <a:srgbClr val="002060"/>
                </a:solidFill>
                <a:ea typeface="+mj-ea"/>
                <a:cs typeface="Aharoni" panose="02010803020104030203" pitchFamily="2" charset="-79"/>
              </a:rPr>
              <a:t>st</a:t>
            </a:r>
            <a:r>
              <a:rPr lang="en-IN" sz="2700" b="1" dirty="0">
                <a:solidFill>
                  <a:srgbClr val="002060"/>
                </a:solidFill>
                <a:ea typeface="+mj-ea"/>
                <a:cs typeface="Aharoni" panose="02010803020104030203" pitchFamily="2" charset="-79"/>
              </a:rPr>
              <a:t> NATIONAL CONFERENCE ON COMMUNICATION, COMPUTING &amp; IOT</a:t>
            </a:r>
          </a:p>
        </p:txBody>
      </p:sp>
      <p:sp>
        <p:nvSpPr>
          <p:cNvPr id="8" name="TextBox 7">
            <a:extLst>
              <a:ext uri="{FF2B5EF4-FFF2-40B4-BE49-F238E27FC236}">
                <a16:creationId xmlns:a16="http://schemas.microsoft.com/office/drawing/2014/main" id="{E47BD484-0D5B-4149-2F60-92FF3289A8B1}"/>
              </a:ext>
            </a:extLst>
          </p:cNvPr>
          <p:cNvSpPr txBox="1"/>
          <p:nvPr/>
        </p:nvSpPr>
        <p:spPr>
          <a:xfrm>
            <a:off x="877239" y="763925"/>
            <a:ext cx="10481641" cy="830997"/>
          </a:xfrm>
          <a:prstGeom prst="rect">
            <a:avLst/>
          </a:prstGeom>
          <a:solidFill>
            <a:schemeClr val="bg1"/>
          </a:solidFill>
        </p:spPr>
        <p:txBody>
          <a:bodyPr wrap="square">
            <a:spAutoFit/>
          </a:bodyPr>
          <a:lstStyle/>
          <a:p>
            <a:pPr algn="ctr"/>
            <a:r>
              <a:rPr lang="en-IN" sz="2400" b="1" dirty="0">
                <a:solidFill>
                  <a:srgbClr val="002060"/>
                </a:solidFill>
                <a:ea typeface="+mj-ea"/>
                <a:cs typeface="Aharoni" panose="02010803020104030203" pitchFamily="2" charset="-79"/>
              </a:rPr>
              <a:t>Organized by : </a:t>
            </a:r>
            <a:r>
              <a:rPr lang="en-US" sz="2400" b="1" dirty="0">
                <a:solidFill>
                  <a:srgbClr val="002060"/>
                </a:solidFill>
                <a:ea typeface="+mj-ea"/>
                <a:cs typeface="Aharoni" panose="02010803020104030203" pitchFamily="2" charset="-79"/>
              </a:rPr>
              <a:t>Department of IT &amp; CSE (IoT, CS, BCT) Asansol Engineering College, in association with The Institution of Engineers (INDIA)</a:t>
            </a:r>
            <a:endParaRPr lang="en-IN" sz="2400" b="1" dirty="0">
              <a:solidFill>
                <a:srgbClr val="002060"/>
              </a:solidFill>
              <a:ea typeface="+mj-ea"/>
              <a:cs typeface="Aharoni" panose="02010803020104030203" pitchFamily="2" charset="-79"/>
            </a:endParaRPr>
          </a:p>
        </p:txBody>
      </p:sp>
      <p:sp>
        <p:nvSpPr>
          <p:cNvPr id="9" name="TextBox 8">
            <a:extLst>
              <a:ext uri="{FF2B5EF4-FFF2-40B4-BE49-F238E27FC236}">
                <a16:creationId xmlns:a16="http://schemas.microsoft.com/office/drawing/2014/main" id="{E226F7B1-E2AF-201F-EB95-4B32C1AA57D8}"/>
              </a:ext>
            </a:extLst>
          </p:cNvPr>
          <p:cNvSpPr txBox="1"/>
          <p:nvPr/>
        </p:nvSpPr>
        <p:spPr>
          <a:xfrm>
            <a:off x="1362511" y="429177"/>
            <a:ext cx="9567512" cy="400110"/>
          </a:xfrm>
          <a:prstGeom prst="rect">
            <a:avLst/>
          </a:prstGeom>
          <a:solidFill>
            <a:schemeClr val="bg1"/>
          </a:solidFill>
        </p:spPr>
        <p:txBody>
          <a:bodyPr wrap="square">
            <a:spAutoFit/>
          </a:bodyPr>
          <a:lstStyle/>
          <a:p>
            <a:pPr algn="ctr"/>
            <a:r>
              <a:rPr lang="en-IN" sz="2000" b="1" dirty="0">
                <a:solidFill>
                  <a:srgbClr val="002060"/>
                </a:solidFill>
                <a:ea typeface="+mj-ea"/>
                <a:cs typeface="Aharoni" panose="02010803020104030203" pitchFamily="2" charset="-79"/>
              </a:rPr>
              <a:t>| February 28</a:t>
            </a:r>
            <a:r>
              <a:rPr lang="en-IN" sz="2000" b="1" baseline="30000" dirty="0">
                <a:solidFill>
                  <a:srgbClr val="002060"/>
                </a:solidFill>
                <a:ea typeface="+mj-ea"/>
                <a:cs typeface="Aharoni" panose="02010803020104030203" pitchFamily="2" charset="-79"/>
              </a:rPr>
              <a:t>th</a:t>
            </a:r>
            <a:r>
              <a:rPr lang="en-IN" sz="2000" b="1" dirty="0">
                <a:solidFill>
                  <a:srgbClr val="002060"/>
                </a:solidFill>
                <a:ea typeface="+mj-ea"/>
                <a:cs typeface="Aharoni" panose="02010803020104030203" pitchFamily="2" charset="-79"/>
              </a:rPr>
              <a:t>  – 1</a:t>
            </a:r>
            <a:r>
              <a:rPr lang="en-IN" sz="2000" b="1" baseline="30000" dirty="0">
                <a:solidFill>
                  <a:srgbClr val="002060"/>
                </a:solidFill>
                <a:ea typeface="+mj-ea"/>
                <a:cs typeface="Aharoni" panose="02010803020104030203" pitchFamily="2" charset="-79"/>
              </a:rPr>
              <a:t>st</a:t>
            </a:r>
            <a:r>
              <a:rPr lang="en-IN" sz="2000" b="1" dirty="0">
                <a:solidFill>
                  <a:srgbClr val="002060"/>
                </a:solidFill>
                <a:ea typeface="+mj-ea"/>
                <a:cs typeface="Aharoni" panose="02010803020104030203" pitchFamily="2" charset="-79"/>
              </a:rPr>
              <a:t> March, 2025 |</a:t>
            </a:r>
          </a:p>
        </p:txBody>
      </p:sp>
      <p:grpSp>
        <p:nvGrpSpPr>
          <p:cNvPr id="11" name="object 4">
            <a:extLst>
              <a:ext uri="{FF2B5EF4-FFF2-40B4-BE49-F238E27FC236}">
                <a16:creationId xmlns:a16="http://schemas.microsoft.com/office/drawing/2014/main" id="{BE7C9CFA-48CA-F29A-BF70-E86E41D700EE}"/>
              </a:ext>
            </a:extLst>
          </p:cNvPr>
          <p:cNvGrpSpPr/>
          <p:nvPr/>
        </p:nvGrpSpPr>
        <p:grpSpPr>
          <a:xfrm>
            <a:off x="9525" y="1559891"/>
            <a:ext cx="12182475" cy="162530"/>
            <a:chOff x="609600" y="6506308"/>
            <a:chExt cx="8121650" cy="316867"/>
          </a:xfrm>
          <a:solidFill>
            <a:schemeClr val="tx2"/>
          </a:solidFill>
        </p:grpSpPr>
        <p:sp>
          <p:nvSpPr>
            <p:cNvPr id="12" name="object 5">
              <a:extLst>
                <a:ext uri="{FF2B5EF4-FFF2-40B4-BE49-F238E27FC236}">
                  <a16:creationId xmlns:a16="http://schemas.microsoft.com/office/drawing/2014/main" id="{041E85B8-C8C7-4F79-BD1E-0A51D81CED11}"/>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3" name="object 6">
              <a:extLst>
                <a:ext uri="{FF2B5EF4-FFF2-40B4-BE49-F238E27FC236}">
                  <a16:creationId xmlns:a16="http://schemas.microsoft.com/office/drawing/2014/main" id="{AB07F53E-C958-04A9-8A90-14F9D0666CB7}"/>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pic>
        <p:nvPicPr>
          <p:cNvPr id="6" name="Picture 5">
            <a:extLst>
              <a:ext uri="{FF2B5EF4-FFF2-40B4-BE49-F238E27FC236}">
                <a16:creationId xmlns:a16="http://schemas.microsoft.com/office/drawing/2014/main" id="{1A02440F-FCFC-6369-9D3E-227DDAA08491}"/>
              </a:ext>
            </a:extLst>
          </p:cNvPr>
          <p:cNvPicPr>
            <a:picLocks noChangeAspect="1"/>
          </p:cNvPicPr>
          <p:nvPr/>
        </p:nvPicPr>
        <p:blipFill>
          <a:blip r:embed="rId2"/>
          <a:stretch>
            <a:fillRect/>
          </a:stretch>
        </p:blipFill>
        <p:spPr>
          <a:xfrm>
            <a:off x="11262774" y="17673"/>
            <a:ext cx="919701" cy="925604"/>
          </a:xfrm>
          <a:prstGeom prst="rect">
            <a:avLst/>
          </a:prstGeom>
        </p:spPr>
      </p:pic>
      <p:pic>
        <p:nvPicPr>
          <p:cNvPr id="7" name="Picture 6">
            <a:extLst>
              <a:ext uri="{FF2B5EF4-FFF2-40B4-BE49-F238E27FC236}">
                <a16:creationId xmlns:a16="http://schemas.microsoft.com/office/drawing/2014/main" id="{1E0AA912-6F83-1365-852B-B1B6F7490DEA}"/>
              </a:ext>
            </a:extLst>
          </p:cNvPr>
          <p:cNvPicPr>
            <a:picLocks noChangeAspect="1"/>
          </p:cNvPicPr>
          <p:nvPr/>
        </p:nvPicPr>
        <p:blipFill>
          <a:blip r:embed="rId3"/>
          <a:stretch>
            <a:fillRect/>
          </a:stretch>
        </p:blipFill>
        <p:spPr>
          <a:xfrm>
            <a:off x="19050" y="6596"/>
            <a:ext cx="1242927" cy="862912"/>
          </a:xfrm>
          <a:prstGeom prst="rect">
            <a:avLst/>
          </a:prstGeom>
        </p:spPr>
      </p:pic>
    </p:spTree>
    <p:extLst>
      <p:ext uri="{BB962C8B-B14F-4D97-AF65-F5344CB8AC3E}">
        <p14:creationId xmlns:p14="http://schemas.microsoft.com/office/powerpoint/2010/main" val="664569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4">
            <a:extLst>
              <a:ext uri="{FF2B5EF4-FFF2-40B4-BE49-F238E27FC236}">
                <a16:creationId xmlns:a16="http://schemas.microsoft.com/office/drawing/2014/main" id="{A858D5B3-3B6E-9324-0525-CA36904AC7EA}"/>
              </a:ext>
            </a:extLst>
          </p:cNvPr>
          <p:cNvGrpSpPr/>
          <p:nvPr/>
        </p:nvGrpSpPr>
        <p:grpSpPr>
          <a:xfrm>
            <a:off x="9525" y="0"/>
            <a:ext cx="12182475" cy="162530"/>
            <a:chOff x="609600" y="6506308"/>
            <a:chExt cx="8121650" cy="316867"/>
          </a:xfrm>
          <a:solidFill>
            <a:schemeClr val="tx2"/>
          </a:solidFill>
        </p:grpSpPr>
        <p:sp>
          <p:nvSpPr>
            <p:cNvPr id="3" name="object 5">
              <a:extLst>
                <a:ext uri="{FF2B5EF4-FFF2-40B4-BE49-F238E27FC236}">
                  <a16:creationId xmlns:a16="http://schemas.microsoft.com/office/drawing/2014/main" id="{E418AA9F-47BF-2434-30B8-E8D9091471B9}"/>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4" name="object 6">
              <a:extLst>
                <a:ext uri="{FF2B5EF4-FFF2-40B4-BE49-F238E27FC236}">
                  <a16:creationId xmlns:a16="http://schemas.microsoft.com/office/drawing/2014/main" id="{399A6D3A-354B-1DA7-0135-169336EC78F1}"/>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8" name="object 4">
            <a:extLst>
              <a:ext uri="{FF2B5EF4-FFF2-40B4-BE49-F238E27FC236}">
                <a16:creationId xmlns:a16="http://schemas.microsoft.com/office/drawing/2014/main" id="{5A06B401-2B07-31FC-4010-FAA373EF7998}"/>
              </a:ext>
            </a:extLst>
          </p:cNvPr>
          <p:cNvGrpSpPr/>
          <p:nvPr/>
        </p:nvGrpSpPr>
        <p:grpSpPr>
          <a:xfrm>
            <a:off x="19050" y="6516303"/>
            <a:ext cx="12182475" cy="323044"/>
            <a:chOff x="609600" y="6506308"/>
            <a:chExt cx="8121650" cy="316867"/>
          </a:xfrm>
          <a:solidFill>
            <a:schemeClr val="tx2"/>
          </a:solidFill>
        </p:grpSpPr>
        <p:sp>
          <p:nvSpPr>
            <p:cNvPr id="9" name="object 5">
              <a:extLst>
                <a:ext uri="{FF2B5EF4-FFF2-40B4-BE49-F238E27FC236}">
                  <a16:creationId xmlns:a16="http://schemas.microsoft.com/office/drawing/2014/main" id="{DD4DA682-68BA-923A-D6A8-73320801112F}"/>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0" name="object 6">
              <a:extLst>
                <a:ext uri="{FF2B5EF4-FFF2-40B4-BE49-F238E27FC236}">
                  <a16:creationId xmlns:a16="http://schemas.microsoft.com/office/drawing/2014/main" id="{ECAC266F-FD4B-E43A-26F1-A217C3C08EBE}"/>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7" name="TextBox 16">
            <a:extLst>
              <a:ext uri="{FF2B5EF4-FFF2-40B4-BE49-F238E27FC236}">
                <a16:creationId xmlns:a16="http://schemas.microsoft.com/office/drawing/2014/main" id="{07B323CF-4479-6CAF-4B99-C4CF5F6BC827}"/>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8" name="TextBox 17">
            <a:extLst>
              <a:ext uri="{FF2B5EF4-FFF2-40B4-BE49-F238E27FC236}">
                <a16:creationId xmlns:a16="http://schemas.microsoft.com/office/drawing/2014/main" id="{6B7938C8-951E-46E5-CA9D-21D1C005B5CF}"/>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sp>
        <p:nvSpPr>
          <p:cNvPr id="5" name="TextBox 15">
            <a:extLst>
              <a:ext uri="{FF2B5EF4-FFF2-40B4-BE49-F238E27FC236}">
                <a16:creationId xmlns:a16="http://schemas.microsoft.com/office/drawing/2014/main" id="{BAAB647A-40AC-2A51-821C-EF35D7A11239}"/>
              </a:ext>
            </a:extLst>
          </p:cNvPr>
          <p:cNvSpPr txBox="1"/>
          <p:nvPr/>
        </p:nvSpPr>
        <p:spPr>
          <a:xfrm>
            <a:off x="3662820" y="239457"/>
            <a:ext cx="3826651" cy="830997"/>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4800" b="1" dirty="0">
                <a:solidFill>
                  <a:srgbClr val="0070C0"/>
                </a:solidFill>
                <a:cs typeface="Arial" pitchFamily="34" charset="0"/>
              </a:rPr>
              <a:t>Contents</a:t>
            </a:r>
          </a:p>
        </p:txBody>
      </p:sp>
      <p:sp>
        <p:nvSpPr>
          <p:cNvPr id="6" name="TextBox 16">
            <a:extLst>
              <a:ext uri="{FF2B5EF4-FFF2-40B4-BE49-F238E27FC236}">
                <a16:creationId xmlns:a16="http://schemas.microsoft.com/office/drawing/2014/main" id="{2345119B-4F78-060F-1A66-12B0A555C8F0}"/>
              </a:ext>
            </a:extLst>
          </p:cNvPr>
          <p:cNvSpPr txBox="1"/>
          <p:nvPr/>
        </p:nvSpPr>
        <p:spPr>
          <a:xfrm>
            <a:off x="3662820" y="986232"/>
            <a:ext cx="7135060" cy="470898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000" dirty="0">
                <a:latin typeface="Times New Roman" panose="02020603050405020304" pitchFamily="18" charset="0"/>
                <a:cs typeface="Times New Roman" panose="02020603050405020304" pitchFamily="18" charset="0"/>
              </a:rPr>
              <a:t>1. Abstract</a:t>
            </a:r>
          </a:p>
          <a:p>
            <a:r>
              <a:rPr lang="en-US" sz="3000" dirty="0">
                <a:latin typeface="Times New Roman" panose="02020603050405020304" pitchFamily="18" charset="0"/>
                <a:cs typeface="Times New Roman" panose="02020603050405020304" pitchFamily="18" charset="0"/>
              </a:rPr>
              <a:t>2. Introduction</a:t>
            </a:r>
          </a:p>
          <a:p>
            <a:r>
              <a:rPr lang="en-US" sz="3000" dirty="0">
                <a:latin typeface="Times New Roman" panose="02020603050405020304" pitchFamily="18" charset="0"/>
                <a:cs typeface="Times New Roman" panose="02020603050405020304" pitchFamily="18" charset="0"/>
              </a:rPr>
              <a:t>3. Architecture</a:t>
            </a:r>
          </a:p>
          <a:p>
            <a:r>
              <a:rPr lang="en-US" sz="3000" dirty="0">
                <a:latin typeface="Times New Roman" panose="02020603050405020304" pitchFamily="18" charset="0"/>
                <a:cs typeface="Times New Roman" panose="02020603050405020304" pitchFamily="18" charset="0"/>
              </a:rPr>
              <a:t>4.Contribution</a:t>
            </a:r>
          </a:p>
          <a:p>
            <a:r>
              <a:rPr lang="en-US" sz="3000" dirty="0">
                <a:latin typeface="Times New Roman" panose="02020603050405020304" pitchFamily="18" charset="0"/>
                <a:cs typeface="Times New Roman" panose="02020603050405020304" pitchFamily="18" charset="0"/>
              </a:rPr>
              <a:t>5. Special Features</a:t>
            </a:r>
          </a:p>
          <a:p>
            <a:r>
              <a:rPr lang="en-US" sz="3000" dirty="0">
                <a:latin typeface="Times New Roman" panose="02020603050405020304" pitchFamily="18" charset="0"/>
                <a:cs typeface="Times New Roman" panose="02020603050405020304" pitchFamily="18" charset="0"/>
              </a:rPr>
              <a:t>6.Study On Existing System</a:t>
            </a:r>
          </a:p>
          <a:p>
            <a:r>
              <a:rPr lang="en-US" sz="3000" dirty="0">
                <a:latin typeface="Times New Roman" panose="02020603050405020304" pitchFamily="18" charset="0"/>
                <a:cs typeface="Times New Roman" panose="02020603050405020304" pitchFamily="18" charset="0"/>
              </a:rPr>
              <a:t>7. DFD</a:t>
            </a:r>
          </a:p>
          <a:p>
            <a:r>
              <a:rPr lang="en-US" sz="3000" dirty="0">
                <a:latin typeface="Times New Roman" panose="02020603050405020304" pitchFamily="18" charset="0"/>
                <a:cs typeface="Times New Roman" panose="02020603050405020304" pitchFamily="18" charset="0"/>
              </a:rPr>
              <a:t>8. ERD</a:t>
            </a:r>
          </a:p>
          <a:p>
            <a:r>
              <a:rPr lang="en-US" sz="3000" dirty="0">
                <a:latin typeface="Times New Roman" panose="02020603050405020304" pitchFamily="18" charset="0"/>
                <a:cs typeface="Times New Roman" panose="02020603050405020304" pitchFamily="18" charset="0"/>
              </a:rPr>
              <a:t>9. Conclusion</a:t>
            </a:r>
          </a:p>
          <a:p>
            <a:r>
              <a:rPr lang="en-US" sz="3000" dirty="0">
                <a:latin typeface="Times New Roman" panose="02020603050405020304" pitchFamily="18" charset="0"/>
                <a:cs typeface="Times New Roman" panose="02020603050405020304" pitchFamily="18" charset="0"/>
              </a:rPr>
              <a:t>10. References</a:t>
            </a:r>
            <a:endParaRPr lang="en-IN" sz="3000" dirty="0">
              <a:latin typeface="Times New Roman" panose="02020603050405020304" pitchFamily="18" charset="0"/>
              <a:cs typeface="Times New Roman" panose="02020603050405020304" pitchFamily="18" charset="0"/>
            </a:endParaRPr>
          </a:p>
        </p:txBody>
      </p:sp>
      <p:grpSp>
        <p:nvGrpSpPr>
          <p:cNvPr id="7" name="Graphic 27">
            <a:extLst>
              <a:ext uri="{FF2B5EF4-FFF2-40B4-BE49-F238E27FC236}">
                <a16:creationId xmlns:a16="http://schemas.microsoft.com/office/drawing/2014/main" id="{C3EB9CCD-F8C7-F808-72FE-63D0F6C0A411}"/>
              </a:ext>
            </a:extLst>
          </p:cNvPr>
          <p:cNvGrpSpPr/>
          <p:nvPr/>
        </p:nvGrpSpPr>
        <p:grpSpPr>
          <a:xfrm>
            <a:off x="76539" y="330730"/>
            <a:ext cx="3116753" cy="1642353"/>
            <a:chOff x="6942588" y="4124748"/>
            <a:chExt cx="5181867" cy="2730552"/>
          </a:xfrm>
          <a:effectLst>
            <a:outerShdw blurRad="50800" dist="38100" dir="5400000" algn="t" rotWithShape="0">
              <a:prstClr val="black">
                <a:alpha val="40000"/>
              </a:prstClr>
            </a:outerShdw>
          </a:effectLst>
        </p:grpSpPr>
        <p:sp>
          <p:nvSpPr>
            <p:cNvPr id="24" name="Freeform: Shape 23">
              <a:extLst>
                <a:ext uri="{FF2B5EF4-FFF2-40B4-BE49-F238E27FC236}">
                  <a16:creationId xmlns:a16="http://schemas.microsoft.com/office/drawing/2014/main" id="{FCBC42DC-2054-914A-CD83-1F9607A4DC2B}"/>
                </a:ext>
              </a:extLst>
            </p:cNvPr>
            <p:cNvSpPr/>
            <p:nvPr/>
          </p:nvSpPr>
          <p:spPr>
            <a:xfrm>
              <a:off x="6942588" y="4254341"/>
              <a:ext cx="5181867" cy="2600959"/>
            </a:xfrm>
            <a:custGeom>
              <a:avLst/>
              <a:gdLst>
                <a:gd name="connsiteX0" fmla="*/ 5181585 w 5181867"/>
                <a:gd name="connsiteY0" fmla="*/ 626851 h 2600959"/>
                <a:gd name="connsiteX1" fmla="*/ 4760404 w 5181867"/>
                <a:gd name="connsiteY1" fmla="*/ 807 h 2600959"/>
                <a:gd name="connsiteX2" fmla="*/ 4701101 w 5181867"/>
                <a:gd name="connsiteY2" fmla="*/ 4176 h 2600959"/>
                <a:gd name="connsiteX3" fmla="*/ 4655277 w 5181867"/>
                <a:gd name="connsiteY3" fmla="*/ 8556 h 2600959"/>
                <a:gd name="connsiteX4" fmla="*/ 4586877 w 5181867"/>
                <a:gd name="connsiteY4" fmla="*/ 21360 h 2600959"/>
                <a:gd name="connsiteX5" fmla="*/ 3504946 w 5181867"/>
                <a:gd name="connsiteY5" fmla="*/ 390315 h 2600959"/>
                <a:gd name="connsiteX6" fmla="*/ 2324628 w 5181867"/>
                <a:gd name="connsiteY6" fmla="*/ 706033 h 2600959"/>
                <a:gd name="connsiteX7" fmla="*/ 1492037 w 5181867"/>
                <a:gd name="connsiteY7" fmla="*/ 866082 h 2600959"/>
                <a:gd name="connsiteX8" fmla="*/ 733910 w 5181867"/>
                <a:gd name="connsiteY8" fmla="*/ 1008272 h 2600959"/>
                <a:gd name="connsiteX9" fmla="*/ 31043 w 5181867"/>
                <a:gd name="connsiteY9" fmla="*/ 1316914 h 2600959"/>
                <a:gd name="connsiteX10" fmla="*/ 44857 w 5181867"/>
                <a:gd name="connsiteY10" fmla="*/ 1814582 h 2600959"/>
                <a:gd name="connsiteX11" fmla="*/ 274991 w 5181867"/>
                <a:gd name="connsiteY11" fmla="*/ 2264404 h 2600959"/>
                <a:gd name="connsiteX12" fmla="*/ 264546 w 5181867"/>
                <a:gd name="connsiteY12" fmla="*/ 2301131 h 2600959"/>
                <a:gd name="connsiteX13" fmla="*/ 201537 w 5181867"/>
                <a:gd name="connsiteY13" fmla="*/ 2329097 h 2600959"/>
                <a:gd name="connsiteX14" fmla="*/ 189070 w 5181867"/>
                <a:gd name="connsiteY14" fmla="*/ 2354705 h 2600959"/>
                <a:gd name="connsiteX15" fmla="*/ 202885 w 5181867"/>
                <a:gd name="connsiteY15" fmla="*/ 2385030 h 2600959"/>
                <a:gd name="connsiteX16" fmla="*/ 610925 w 5181867"/>
                <a:gd name="connsiteY16" fmla="*/ 2584838 h 2600959"/>
                <a:gd name="connsiteX17" fmla="*/ 854200 w 5181867"/>
                <a:gd name="connsiteY17" fmla="*/ 2461517 h 2600959"/>
                <a:gd name="connsiteX18" fmla="*/ 1131505 w 5181867"/>
                <a:gd name="connsiteY18" fmla="*/ 2350325 h 2600959"/>
                <a:gd name="connsiteX19" fmla="*/ 1759908 w 5181867"/>
                <a:gd name="connsiteY19" fmla="*/ 2078073 h 2600959"/>
                <a:gd name="connsiteX20" fmla="*/ 3246173 w 5181867"/>
                <a:gd name="connsiteY20" fmla="*/ 1502234 h 2600959"/>
                <a:gd name="connsiteX21" fmla="*/ 4810272 w 5181867"/>
                <a:gd name="connsiteY21" fmla="*/ 1053423 h 2600959"/>
                <a:gd name="connsiteX22" fmla="*/ 4857444 w 5181867"/>
                <a:gd name="connsiteY22" fmla="*/ 1040956 h 2600959"/>
                <a:gd name="connsiteX23" fmla="*/ 5181585 w 5181867"/>
                <a:gd name="connsiteY23" fmla="*/ 626851 h 2600959"/>
                <a:gd name="connsiteX24" fmla="*/ 2326650 w 5181867"/>
                <a:gd name="connsiteY24" fmla="*/ 735684 h 2600959"/>
                <a:gd name="connsiteX25" fmla="*/ 2326650 w 5181867"/>
                <a:gd name="connsiteY25" fmla="*/ 735684 h 2600959"/>
                <a:gd name="connsiteX26" fmla="*/ 2325976 w 5181867"/>
                <a:gd name="connsiteY26" fmla="*/ 734336 h 2600959"/>
                <a:gd name="connsiteX27" fmla="*/ 2327323 w 5181867"/>
                <a:gd name="connsiteY27" fmla="*/ 734336 h 2600959"/>
                <a:gd name="connsiteX28" fmla="*/ 2327997 w 5181867"/>
                <a:gd name="connsiteY28" fmla="*/ 734336 h 2600959"/>
                <a:gd name="connsiteX29" fmla="*/ 2326650 w 5181867"/>
                <a:gd name="connsiteY29" fmla="*/ 735684 h 2600959"/>
                <a:gd name="connsiteX30" fmla="*/ 3059842 w 5181867"/>
                <a:gd name="connsiteY30" fmla="*/ 674360 h 2600959"/>
                <a:gd name="connsiteX31" fmla="*/ 3070624 w 5181867"/>
                <a:gd name="connsiteY31" fmla="*/ 675708 h 2600959"/>
                <a:gd name="connsiteX32" fmla="*/ 3059842 w 5181867"/>
                <a:gd name="connsiteY32" fmla="*/ 674360 h 2600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81867" h="2600959">
                  <a:moveTo>
                    <a:pt x="5181585" y="626851"/>
                  </a:moveTo>
                  <a:cubicBezTo>
                    <a:pt x="5173162" y="351903"/>
                    <a:pt x="5048492" y="33490"/>
                    <a:pt x="4760404" y="807"/>
                  </a:cubicBezTo>
                  <a:cubicBezTo>
                    <a:pt x="4741198" y="-1215"/>
                    <a:pt x="4720981" y="807"/>
                    <a:pt x="4701101" y="4176"/>
                  </a:cubicBezTo>
                  <a:cubicBezTo>
                    <a:pt x="4687287" y="6535"/>
                    <a:pt x="4669429" y="6198"/>
                    <a:pt x="4655277" y="8556"/>
                  </a:cubicBezTo>
                  <a:cubicBezTo>
                    <a:pt x="4632702" y="12600"/>
                    <a:pt x="4609452" y="16980"/>
                    <a:pt x="4586877" y="21360"/>
                  </a:cubicBezTo>
                  <a:cubicBezTo>
                    <a:pt x="4213542" y="95825"/>
                    <a:pt x="3869184" y="282156"/>
                    <a:pt x="3504946" y="390315"/>
                  </a:cubicBezTo>
                  <a:cubicBezTo>
                    <a:pt x="3114427" y="506898"/>
                    <a:pt x="2719191" y="605286"/>
                    <a:pt x="2324628" y="706033"/>
                  </a:cubicBezTo>
                  <a:cubicBezTo>
                    <a:pt x="2052713" y="775443"/>
                    <a:pt x="1768331" y="813518"/>
                    <a:pt x="1492037" y="866082"/>
                  </a:cubicBezTo>
                  <a:cubicBezTo>
                    <a:pt x="1240339" y="918308"/>
                    <a:pt x="986282" y="959415"/>
                    <a:pt x="733910" y="1008272"/>
                  </a:cubicBezTo>
                  <a:cubicBezTo>
                    <a:pt x="504114" y="1052749"/>
                    <a:pt x="119322" y="1045336"/>
                    <a:pt x="31043" y="1316914"/>
                  </a:cubicBezTo>
                  <a:cubicBezTo>
                    <a:pt x="-21184" y="1477637"/>
                    <a:pt x="-1304" y="1654870"/>
                    <a:pt x="44857" y="1814582"/>
                  </a:cubicBezTo>
                  <a:cubicBezTo>
                    <a:pt x="93041" y="1981370"/>
                    <a:pt x="270611" y="2262382"/>
                    <a:pt x="274991" y="2264404"/>
                  </a:cubicBezTo>
                  <a:cubicBezTo>
                    <a:pt x="290827" y="2287316"/>
                    <a:pt x="291838" y="2289001"/>
                    <a:pt x="264546" y="2301131"/>
                  </a:cubicBezTo>
                  <a:cubicBezTo>
                    <a:pt x="243655" y="2310565"/>
                    <a:pt x="224449" y="2323369"/>
                    <a:pt x="201537" y="2329097"/>
                  </a:cubicBezTo>
                  <a:cubicBezTo>
                    <a:pt x="185701" y="2332803"/>
                    <a:pt x="183005" y="2339879"/>
                    <a:pt x="189070" y="2354705"/>
                  </a:cubicBezTo>
                  <a:cubicBezTo>
                    <a:pt x="193450" y="2365150"/>
                    <a:pt x="197157" y="2375596"/>
                    <a:pt x="202885" y="2385030"/>
                  </a:cubicBezTo>
                  <a:cubicBezTo>
                    <a:pt x="285436" y="2520819"/>
                    <a:pt x="442790" y="2646499"/>
                    <a:pt x="610925" y="2584838"/>
                  </a:cubicBezTo>
                  <a:cubicBezTo>
                    <a:pt x="694151" y="2554513"/>
                    <a:pt x="770974" y="2496222"/>
                    <a:pt x="854200" y="2461517"/>
                  </a:cubicBezTo>
                  <a:cubicBezTo>
                    <a:pt x="946186" y="2423105"/>
                    <a:pt x="1040193" y="2390421"/>
                    <a:pt x="1131505" y="2350325"/>
                  </a:cubicBezTo>
                  <a:cubicBezTo>
                    <a:pt x="1337379" y="2252274"/>
                    <a:pt x="1550328" y="2167026"/>
                    <a:pt x="1759908" y="2078073"/>
                  </a:cubicBezTo>
                  <a:cubicBezTo>
                    <a:pt x="2251848" y="1868156"/>
                    <a:pt x="2737723" y="1667000"/>
                    <a:pt x="3246173" y="1502234"/>
                  </a:cubicBezTo>
                  <a:cubicBezTo>
                    <a:pt x="3762372" y="1335109"/>
                    <a:pt x="4285985" y="1193255"/>
                    <a:pt x="4810272" y="1053423"/>
                  </a:cubicBezTo>
                  <a:cubicBezTo>
                    <a:pt x="4826108" y="1049380"/>
                    <a:pt x="4841608" y="1044999"/>
                    <a:pt x="4857444" y="1040956"/>
                  </a:cubicBezTo>
                  <a:cubicBezTo>
                    <a:pt x="5074100" y="983338"/>
                    <a:pt x="5188324" y="853615"/>
                    <a:pt x="5181585" y="626851"/>
                  </a:cubicBezTo>
                  <a:close/>
                  <a:moveTo>
                    <a:pt x="2326650" y="735684"/>
                  </a:moveTo>
                  <a:cubicBezTo>
                    <a:pt x="2326650" y="735684"/>
                    <a:pt x="2326650" y="735684"/>
                    <a:pt x="2326650" y="735684"/>
                  </a:cubicBezTo>
                  <a:cubicBezTo>
                    <a:pt x="2326313" y="735010"/>
                    <a:pt x="2325976" y="734673"/>
                    <a:pt x="2325976" y="734336"/>
                  </a:cubicBezTo>
                  <a:cubicBezTo>
                    <a:pt x="2326313" y="734336"/>
                    <a:pt x="2326650" y="734336"/>
                    <a:pt x="2327323" y="734336"/>
                  </a:cubicBezTo>
                  <a:cubicBezTo>
                    <a:pt x="2327660" y="734336"/>
                    <a:pt x="2327660" y="734336"/>
                    <a:pt x="2327997" y="734336"/>
                  </a:cubicBezTo>
                  <a:cubicBezTo>
                    <a:pt x="2327323" y="734673"/>
                    <a:pt x="2326986" y="735347"/>
                    <a:pt x="2326650" y="735684"/>
                  </a:cubicBezTo>
                  <a:close/>
                  <a:moveTo>
                    <a:pt x="3059842" y="674360"/>
                  </a:moveTo>
                  <a:cubicBezTo>
                    <a:pt x="3063548" y="675034"/>
                    <a:pt x="3066918" y="675371"/>
                    <a:pt x="3070624" y="675708"/>
                  </a:cubicBezTo>
                  <a:cubicBezTo>
                    <a:pt x="3066918" y="675371"/>
                    <a:pt x="3063548" y="675034"/>
                    <a:pt x="3059842" y="674360"/>
                  </a:cubicBezTo>
                  <a:close/>
                </a:path>
              </a:pathLst>
            </a:custGeom>
            <a:solidFill>
              <a:schemeClr val="accent3">
                <a:lumMod val="20000"/>
                <a:lumOff val="80000"/>
              </a:schemeClr>
            </a:solidFill>
            <a:ln w="336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5" name="Freeform: Shape 24">
              <a:extLst>
                <a:ext uri="{FF2B5EF4-FFF2-40B4-BE49-F238E27FC236}">
                  <a16:creationId xmlns:a16="http://schemas.microsoft.com/office/drawing/2014/main" id="{3DEA1552-F8B8-F238-B837-F10D54ABC63A}"/>
                </a:ext>
              </a:extLst>
            </p:cNvPr>
            <p:cNvSpPr/>
            <p:nvPr/>
          </p:nvSpPr>
          <p:spPr>
            <a:xfrm>
              <a:off x="6980156" y="5390571"/>
              <a:ext cx="799905" cy="1444901"/>
            </a:xfrm>
            <a:custGeom>
              <a:avLst/>
              <a:gdLst>
                <a:gd name="connsiteX0" fmla="*/ 1898 w 799905"/>
                <a:gd name="connsiteY0" fmla="*/ 316135 h 1444901"/>
                <a:gd name="connsiteX1" fmla="*/ 83102 w 799905"/>
                <a:gd name="connsiteY1" fmla="*/ 84991 h 1444901"/>
                <a:gd name="connsiteX2" fmla="*/ 280889 w 799905"/>
                <a:gd name="connsiteY2" fmla="*/ 1766 h 1444901"/>
                <a:gd name="connsiteX3" fmla="*/ 532586 w 799905"/>
                <a:gd name="connsiteY3" fmla="*/ 192813 h 1444901"/>
                <a:gd name="connsiteX4" fmla="*/ 678484 w 799905"/>
                <a:gd name="connsiteY4" fmla="*/ 496064 h 1444901"/>
                <a:gd name="connsiteX5" fmla="*/ 779567 w 799905"/>
                <a:gd name="connsiteY5" fmla="*/ 823912 h 1444901"/>
                <a:gd name="connsiteX6" fmla="*/ 715548 w 799905"/>
                <a:gd name="connsiteY6" fmla="*/ 1301700 h 1444901"/>
                <a:gd name="connsiteX7" fmla="*/ 524500 w 799905"/>
                <a:gd name="connsiteY7" fmla="*/ 1440521 h 1444901"/>
                <a:gd name="connsiteX8" fmla="*/ 502935 w 799905"/>
                <a:gd name="connsiteY8" fmla="*/ 1441869 h 1444901"/>
                <a:gd name="connsiteX9" fmla="*/ 455426 w 799905"/>
                <a:gd name="connsiteY9" fmla="*/ 1444901 h 1444901"/>
                <a:gd name="connsiteX10" fmla="*/ 357712 w 799905"/>
                <a:gd name="connsiteY10" fmla="*/ 1416261 h 1444901"/>
                <a:gd name="connsiteX11" fmla="*/ 194968 w 799905"/>
                <a:gd name="connsiteY11" fmla="*/ 1260929 h 1444901"/>
                <a:gd name="connsiteX12" fmla="*/ 173403 w 799905"/>
                <a:gd name="connsiteY12" fmla="*/ 1224876 h 1444901"/>
                <a:gd name="connsiteX13" fmla="*/ 178794 w 799905"/>
                <a:gd name="connsiteY13" fmla="*/ 1208703 h 1444901"/>
                <a:gd name="connsiteX14" fmla="*/ 269432 w 799905"/>
                <a:gd name="connsiteY14" fmla="*/ 1168943 h 1444901"/>
                <a:gd name="connsiteX15" fmla="*/ 285269 w 799905"/>
                <a:gd name="connsiteY15" fmla="*/ 1172313 h 1444901"/>
                <a:gd name="connsiteX16" fmla="*/ 441948 w 799905"/>
                <a:gd name="connsiteY16" fmla="*/ 1254190 h 1444901"/>
                <a:gd name="connsiteX17" fmla="*/ 660626 w 799905"/>
                <a:gd name="connsiteY17" fmla="*/ 1212409 h 1444901"/>
                <a:gd name="connsiteX18" fmla="*/ 731047 w 799905"/>
                <a:gd name="connsiteY18" fmla="*/ 887257 h 1444901"/>
                <a:gd name="connsiteX19" fmla="*/ 689266 w 799905"/>
                <a:gd name="connsiteY19" fmla="*/ 716763 h 1444901"/>
                <a:gd name="connsiteX20" fmla="*/ 585824 w 799905"/>
                <a:gd name="connsiteY20" fmla="*/ 440131 h 1444901"/>
                <a:gd name="connsiteX21" fmla="*/ 473621 w 799905"/>
                <a:gd name="connsiteY21" fmla="*/ 231225 h 1444901"/>
                <a:gd name="connsiteX22" fmla="*/ 316268 w 799905"/>
                <a:gd name="connsiteY22" fmla="*/ 128794 h 1444901"/>
                <a:gd name="connsiteX23" fmla="*/ 151502 w 799905"/>
                <a:gd name="connsiteY23" fmla="*/ 181357 h 1444901"/>
                <a:gd name="connsiteX24" fmla="*/ 84786 w 799905"/>
                <a:gd name="connsiteY24" fmla="*/ 330961 h 1444901"/>
                <a:gd name="connsiteX25" fmla="*/ 93210 w 799905"/>
                <a:gd name="connsiteY25" fmla="*/ 558736 h 1444901"/>
                <a:gd name="connsiteX26" fmla="*/ 190587 w 799905"/>
                <a:gd name="connsiteY26" fmla="*/ 823912 h 1444901"/>
                <a:gd name="connsiteX27" fmla="*/ 297062 w 799905"/>
                <a:gd name="connsiteY27" fmla="*/ 975874 h 1444901"/>
                <a:gd name="connsiteX28" fmla="*/ 413645 w 799905"/>
                <a:gd name="connsiteY28" fmla="*/ 1060784 h 1444901"/>
                <a:gd name="connsiteX29" fmla="*/ 580770 w 799905"/>
                <a:gd name="connsiteY29" fmla="*/ 964081 h 1444901"/>
                <a:gd name="connsiteX30" fmla="*/ 561227 w 799905"/>
                <a:gd name="connsiteY30" fmla="*/ 767642 h 1444901"/>
                <a:gd name="connsiteX31" fmla="*/ 521130 w 799905"/>
                <a:gd name="connsiteY31" fmla="*/ 648363 h 1444901"/>
                <a:gd name="connsiteX32" fmla="*/ 352995 w 799905"/>
                <a:gd name="connsiteY32" fmla="*/ 536834 h 1444901"/>
                <a:gd name="connsiteX33" fmla="*/ 396124 w 799905"/>
                <a:gd name="connsiteY33" fmla="*/ 635559 h 1444901"/>
                <a:gd name="connsiteX34" fmla="*/ 469915 w 799905"/>
                <a:gd name="connsiteY34" fmla="*/ 824248 h 1444901"/>
                <a:gd name="connsiteX35" fmla="*/ 485077 w 799905"/>
                <a:gd name="connsiteY35" fmla="*/ 909159 h 1444901"/>
                <a:gd name="connsiteX36" fmla="*/ 427123 w 799905"/>
                <a:gd name="connsiteY36" fmla="*/ 938136 h 1444901"/>
                <a:gd name="connsiteX37" fmla="*/ 348614 w 799905"/>
                <a:gd name="connsiteY37" fmla="*/ 895344 h 1444901"/>
                <a:gd name="connsiteX38" fmla="*/ 186207 w 799905"/>
                <a:gd name="connsiteY38" fmla="*/ 587376 h 1444901"/>
                <a:gd name="connsiteX39" fmla="*/ 216532 w 799905"/>
                <a:gd name="connsiteY39" fmla="*/ 248072 h 1444901"/>
                <a:gd name="connsiteX40" fmla="*/ 311214 w 799905"/>
                <a:gd name="connsiteY40" fmla="*/ 220780 h 1444901"/>
                <a:gd name="connsiteX41" fmla="*/ 441948 w 799905"/>
                <a:gd name="connsiteY41" fmla="*/ 310070 h 1444901"/>
                <a:gd name="connsiteX42" fmla="*/ 583802 w 799905"/>
                <a:gd name="connsiteY42" fmla="*/ 580974 h 1444901"/>
                <a:gd name="connsiteX43" fmla="*/ 642431 w 799905"/>
                <a:gd name="connsiteY43" fmla="*/ 755849 h 1444901"/>
                <a:gd name="connsiteX44" fmla="*/ 672082 w 799905"/>
                <a:gd name="connsiteY44" fmla="*/ 972167 h 1444901"/>
                <a:gd name="connsiteX45" fmla="*/ 644452 w 799905"/>
                <a:gd name="connsiteY45" fmla="*/ 1125814 h 1444901"/>
                <a:gd name="connsiteX46" fmla="*/ 516076 w 799905"/>
                <a:gd name="connsiteY46" fmla="*/ 1186128 h 1444901"/>
                <a:gd name="connsiteX47" fmla="*/ 223945 w 799905"/>
                <a:gd name="connsiteY47" fmla="*/ 1029111 h 1444901"/>
                <a:gd name="connsiteX48" fmla="*/ 115448 w 799905"/>
                <a:gd name="connsiteY48" fmla="*/ 846824 h 1444901"/>
                <a:gd name="connsiteX49" fmla="*/ 27843 w 799905"/>
                <a:gd name="connsiteY49" fmla="*/ 604223 h 1444901"/>
                <a:gd name="connsiteX50" fmla="*/ 1898 w 799905"/>
                <a:gd name="connsiteY50" fmla="*/ 316135 h 1444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99905" h="1444901">
                  <a:moveTo>
                    <a:pt x="1898" y="316135"/>
                  </a:moveTo>
                  <a:cubicBezTo>
                    <a:pt x="7626" y="232236"/>
                    <a:pt x="31212" y="151706"/>
                    <a:pt x="83102" y="84991"/>
                  </a:cubicBezTo>
                  <a:cubicBezTo>
                    <a:pt x="129263" y="25689"/>
                    <a:pt x="203391" y="-8343"/>
                    <a:pt x="280889" y="1766"/>
                  </a:cubicBezTo>
                  <a:cubicBezTo>
                    <a:pt x="396461" y="16928"/>
                    <a:pt x="473621" y="100490"/>
                    <a:pt x="532586" y="192813"/>
                  </a:cubicBezTo>
                  <a:cubicBezTo>
                    <a:pt x="592563" y="287158"/>
                    <a:pt x="639061" y="391948"/>
                    <a:pt x="678484" y="496064"/>
                  </a:cubicBezTo>
                  <a:cubicBezTo>
                    <a:pt x="718580" y="601865"/>
                    <a:pt x="752612" y="714067"/>
                    <a:pt x="779567" y="823912"/>
                  </a:cubicBezTo>
                  <a:cubicBezTo>
                    <a:pt x="817979" y="980254"/>
                    <a:pt x="804838" y="1160520"/>
                    <a:pt x="715548" y="1301700"/>
                  </a:cubicBezTo>
                  <a:cubicBezTo>
                    <a:pt x="670397" y="1372795"/>
                    <a:pt x="609410" y="1423337"/>
                    <a:pt x="524500" y="1440521"/>
                  </a:cubicBezTo>
                  <a:cubicBezTo>
                    <a:pt x="517424" y="1441869"/>
                    <a:pt x="510011" y="1441532"/>
                    <a:pt x="502935" y="1441869"/>
                  </a:cubicBezTo>
                  <a:cubicBezTo>
                    <a:pt x="487436" y="1446249"/>
                    <a:pt x="471262" y="1440521"/>
                    <a:pt x="455426" y="1444901"/>
                  </a:cubicBezTo>
                  <a:cubicBezTo>
                    <a:pt x="421732" y="1439173"/>
                    <a:pt x="388374" y="1431760"/>
                    <a:pt x="357712" y="1416261"/>
                  </a:cubicBezTo>
                  <a:cubicBezTo>
                    <a:pt x="287627" y="1381219"/>
                    <a:pt x="236075" y="1326297"/>
                    <a:pt x="194968" y="1260929"/>
                  </a:cubicBezTo>
                  <a:cubicBezTo>
                    <a:pt x="187555" y="1249136"/>
                    <a:pt x="180479" y="1237006"/>
                    <a:pt x="173403" y="1224876"/>
                  </a:cubicBezTo>
                  <a:cubicBezTo>
                    <a:pt x="169023" y="1217463"/>
                    <a:pt x="168349" y="1212746"/>
                    <a:pt x="178794" y="1208703"/>
                  </a:cubicBezTo>
                  <a:cubicBezTo>
                    <a:pt x="209456" y="1196236"/>
                    <a:pt x="239444" y="1182758"/>
                    <a:pt x="269432" y="1168943"/>
                  </a:cubicBezTo>
                  <a:cubicBezTo>
                    <a:pt x="276508" y="1165574"/>
                    <a:pt x="280552" y="1167258"/>
                    <a:pt x="285269" y="1172313"/>
                  </a:cubicBezTo>
                  <a:cubicBezTo>
                    <a:pt x="328735" y="1216116"/>
                    <a:pt x="381972" y="1243408"/>
                    <a:pt x="441948" y="1254190"/>
                  </a:cubicBezTo>
                  <a:cubicBezTo>
                    <a:pt x="519446" y="1268342"/>
                    <a:pt x="595258" y="1263625"/>
                    <a:pt x="660626" y="1212409"/>
                  </a:cubicBezTo>
                  <a:cubicBezTo>
                    <a:pt x="763394" y="1131879"/>
                    <a:pt x="744525" y="1000471"/>
                    <a:pt x="731047" y="887257"/>
                  </a:cubicBezTo>
                  <a:cubicBezTo>
                    <a:pt x="723971" y="827955"/>
                    <a:pt x="704428" y="774381"/>
                    <a:pt x="689266" y="716763"/>
                  </a:cubicBezTo>
                  <a:cubicBezTo>
                    <a:pt x="666017" y="627473"/>
                    <a:pt x="624236" y="524367"/>
                    <a:pt x="585824" y="440131"/>
                  </a:cubicBezTo>
                  <a:cubicBezTo>
                    <a:pt x="555162" y="372742"/>
                    <a:pt x="517424" y="291201"/>
                    <a:pt x="473621" y="231225"/>
                  </a:cubicBezTo>
                  <a:cubicBezTo>
                    <a:pt x="428807" y="170238"/>
                    <a:pt x="390059" y="140587"/>
                    <a:pt x="316268" y="128794"/>
                  </a:cubicBezTo>
                  <a:cubicBezTo>
                    <a:pt x="253259" y="118685"/>
                    <a:pt x="195641" y="131489"/>
                    <a:pt x="151502" y="181357"/>
                  </a:cubicBezTo>
                  <a:cubicBezTo>
                    <a:pt x="113764" y="223812"/>
                    <a:pt x="94558" y="275702"/>
                    <a:pt x="84786" y="330961"/>
                  </a:cubicBezTo>
                  <a:cubicBezTo>
                    <a:pt x="70972" y="407447"/>
                    <a:pt x="77711" y="483260"/>
                    <a:pt x="93210" y="558736"/>
                  </a:cubicBezTo>
                  <a:cubicBezTo>
                    <a:pt x="112416" y="652070"/>
                    <a:pt x="145437" y="740349"/>
                    <a:pt x="190587" y="823912"/>
                  </a:cubicBezTo>
                  <a:cubicBezTo>
                    <a:pt x="219901" y="878497"/>
                    <a:pt x="254270" y="930386"/>
                    <a:pt x="297062" y="975874"/>
                  </a:cubicBezTo>
                  <a:cubicBezTo>
                    <a:pt x="330756" y="1011590"/>
                    <a:pt x="367483" y="1041915"/>
                    <a:pt x="413645" y="1060784"/>
                  </a:cubicBezTo>
                  <a:cubicBezTo>
                    <a:pt x="485751" y="1090435"/>
                    <a:pt x="569314" y="1049328"/>
                    <a:pt x="580770" y="964081"/>
                  </a:cubicBezTo>
                  <a:cubicBezTo>
                    <a:pt x="589867" y="896692"/>
                    <a:pt x="578411" y="831998"/>
                    <a:pt x="561227" y="767642"/>
                  </a:cubicBezTo>
                  <a:cubicBezTo>
                    <a:pt x="550445" y="727208"/>
                    <a:pt x="535282" y="688123"/>
                    <a:pt x="521130" y="648363"/>
                  </a:cubicBezTo>
                  <a:cubicBezTo>
                    <a:pt x="449361" y="446870"/>
                    <a:pt x="313235" y="360612"/>
                    <a:pt x="352995" y="536834"/>
                  </a:cubicBezTo>
                  <a:cubicBezTo>
                    <a:pt x="362766" y="560420"/>
                    <a:pt x="386689" y="612310"/>
                    <a:pt x="396124" y="635559"/>
                  </a:cubicBezTo>
                  <a:cubicBezTo>
                    <a:pt x="428470" y="715415"/>
                    <a:pt x="454752" y="739001"/>
                    <a:pt x="469915" y="824248"/>
                  </a:cubicBezTo>
                  <a:cubicBezTo>
                    <a:pt x="473621" y="844802"/>
                    <a:pt x="489121" y="888942"/>
                    <a:pt x="485077" y="909159"/>
                  </a:cubicBezTo>
                  <a:cubicBezTo>
                    <a:pt x="479012" y="940494"/>
                    <a:pt x="466882" y="944875"/>
                    <a:pt x="427123" y="938136"/>
                  </a:cubicBezTo>
                  <a:cubicBezTo>
                    <a:pt x="397135" y="932745"/>
                    <a:pt x="371190" y="916571"/>
                    <a:pt x="348614" y="895344"/>
                  </a:cubicBezTo>
                  <a:cubicBezTo>
                    <a:pt x="261683" y="814814"/>
                    <a:pt x="210467" y="701601"/>
                    <a:pt x="186207" y="587376"/>
                  </a:cubicBezTo>
                  <a:cubicBezTo>
                    <a:pt x="165316" y="490336"/>
                    <a:pt x="138698" y="326581"/>
                    <a:pt x="216532" y="248072"/>
                  </a:cubicBezTo>
                  <a:cubicBezTo>
                    <a:pt x="242477" y="221791"/>
                    <a:pt x="276171" y="216737"/>
                    <a:pt x="311214" y="220780"/>
                  </a:cubicBezTo>
                  <a:cubicBezTo>
                    <a:pt x="370516" y="227519"/>
                    <a:pt x="407580" y="267952"/>
                    <a:pt x="441948" y="310070"/>
                  </a:cubicBezTo>
                  <a:cubicBezTo>
                    <a:pt x="507316" y="390600"/>
                    <a:pt x="546738" y="485619"/>
                    <a:pt x="583802" y="580974"/>
                  </a:cubicBezTo>
                  <a:cubicBezTo>
                    <a:pt x="606041" y="638255"/>
                    <a:pt x="628616" y="695535"/>
                    <a:pt x="642431" y="755849"/>
                  </a:cubicBezTo>
                  <a:cubicBezTo>
                    <a:pt x="658267" y="825933"/>
                    <a:pt x="670397" y="900061"/>
                    <a:pt x="672082" y="972167"/>
                  </a:cubicBezTo>
                  <a:cubicBezTo>
                    <a:pt x="673430" y="1028774"/>
                    <a:pt x="685896" y="1077968"/>
                    <a:pt x="644452" y="1125814"/>
                  </a:cubicBezTo>
                  <a:cubicBezTo>
                    <a:pt x="612779" y="1162541"/>
                    <a:pt x="564259" y="1182084"/>
                    <a:pt x="516076" y="1186128"/>
                  </a:cubicBezTo>
                  <a:cubicBezTo>
                    <a:pt x="389722" y="1197247"/>
                    <a:pt x="296051" y="1125814"/>
                    <a:pt x="223945" y="1029111"/>
                  </a:cubicBezTo>
                  <a:cubicBezTo>
                    <a:pt x="177446" y="966776"/>
                    <a:pt x="145774" y="917245"/>
                    <a:pt x="115448" y="846824"/>
                  </a:cubicBezTo>
                  <a:cubicBezTo>
                    <a:pt x="81754" y="768316"/>
                    <a:pt x="50418" y="686775"/>
                    <a:pt x="27843" y="604223"/>
                  </a:cubicBezTo>
                  <a:cubicBezTo>
                    <a:pt x="4257" y="520998"/>
                    <a:pt x="-4167" y="406437"/>
                    <a:pt x="1898" y="316135"/>
                  </a:cubicBezTo>
                  <a:close/>
                </a:path>
              </a:pathLst>
            </a:custGeom>
            <a:solidFill>
              <a:schemeClr val="accent3">
                <a:lumMod val="60000"/>
                <a:lumOff val="40000"/>
              </a:schemeClr>
            </a:solidFill>
            <a:ln w="336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 name="Freeform: Shape 25">
              <a:extLst>
                <a:ext uri="{FF2B5EF4-FFF2-40B4-BE49-F238E27FC236}">
                  <a16:creationId xmlns:a16="http://schemas.microsoft.com/office/drawing/2014/main" id="{1C5B8E13-67B6-272B-03C6-33546A1D4F94}"/>
                </a:ext>
              </a:extLst>
            </p:cNvPr>
            <p:cNvSpPr/>
            <p:nvPr/>
          </p:nvSpPr>
          <p:spPr>
            <a:xfrm>
              <a:off x="8827007" y="4124748"/>
              <a:ext cx="2154922" cy="1823401"/>
            </a:xfrm>
            <a:custGeom>
              <a:avLst/>
              <a:gdLst>
                <a:gd name="connsiteX0" fmla="*/ 2094946 w 2154922"/>
                <a:gd name="connsiteY0" fmla="*/ 907057 h 1823401"/>
                <a:gd name="connsiteX1" fmla="*/ 1860769 w 2154922"/>
                <a:gd name="connsiteY1" fmla="*/ 703543 h 1823401"/>
                <a:gd name="connsiteX2" fmla="*/ 1723296 w 2154922"/>
                <a:gd name="connsiteY2" fmla="*/ 628741 h 1823401"/>
                <a:gd name="connsiteX3" fmla="*/ 1582453 w 2154922"/>
                <a:gd name="connsiteY3" fmla="*/ 572134 h 1823401"/>
                <a:gd name="connsiteX4" fmla="*/ 1581779 w 2154922"/>
                <a:gd name="connsiteY4" fmla="*/ 572134 h 1823401"/>
                <a:gd name="connsiteX5" fmla="*/ 1582453 w 2154922"/>
                <a:gd name="connsiteY5" fmla="*/ 572134 h 1823401"/>
                <a:gd name="connsiteX6" fmla="*/ 1756653 w 2154922"/>
                <a:gd name="connsiteY6" fmla="*/ 429606 h 1823401"/>
                <a:gd name="connsiteX7" fmla="*/ 1825053 w 2154922"/>
                <a:gd name="connsiteY7" fmla="*/ 180941 h 1823401"/>
                <a:gd name="connsiteX8" fmla="*/ 1752610 w 2154922"/>
                <a:gd name="connsiteY8" fmla="*/ 65032 h 1823401"/>
                <a:gd name="connsiteX9" fmla="*/ 1529215 w 2154922"/>
                <a:gd name="connsiteY9" fmla="*/ 15164 h 1823401"/>
                <a:gd name="connsiteX10" fmla="*/ 1385677 w 2154922"/>
                <a:gd name="connsiteY10" fmla="*/ 127703 h 1823401"/>
                <a:gd name="connsiteX11" fmla="*/ 1293354 w 2154922"/>
                <a:gd name="connsiteY11" fmla="*/ 281687 h 1823401"/>
                <a:gd name="connsiteX12" fmla="*/ 1151837 w 2154922"/>
                <a:gd name="connsiteY12" fmla="*/ 476442 h 1823401"/>
                <a:gd name="connsiteX13" fmla="*/ 1013353 w 2154922"/>
                <a:gd name="connsiteY13" fmla="*/ 602796 h 1823401"/>
                <a:gd name="connsiteX14" fmla="*/ 1012005 w 2154922"/>
                <a:gd name="connsiteY14" fmla="*/ 603470 h 1823401"/>
                <a:gd name="connsiteX15" fmla="*/ 1003918 w 2154922"/>
                <a:gd name="connsiteY15" fmla="*/ 601785 h 1823401"/>
                <a:gd name="connsiteX16" fmla="*/ 777154 w 2154922"/>
                <a:gd name="connsiteY16" fmla="*/ 603133 h 1823401"/>
                <a:gd name="connsiteX17" fmla="*/ 726612 w 2154922"/>
                <a:gd name="connsiteY17" fmla="*/ 633458 h 1823401"/>
                <a:gd name="connsiteX18" fmla="*/ 660234 w 2154922"/>
                <a:gd name="connsiteY18" fmla="*/ 593362 h 1823401"/>
                <a:gd name="connsiteX19" fmla="*/ 598573 w 2154922"/>
                <a:gd name="connsiteY19" fmla="*/ 491941 h 1823401"/>
                <a:gd name="connsiteX20" fmla="*/ 344517 w 2154922"/>
                <a:gd name="connsiteY20" fmla="*/ 212614 h 1823401"/>
                <a:gd name="connsiteX21" fmla="*/ 199967 w 2154922"/>
                <a:gd name="connsiteY21" fmla="*/ 208907 h 1823401"/>
                <a:gd name="connsiteX22" fmla="*/ 7235 w 2154922"/>
                <a:gd name="connsiteY22" fmla="*/ 405346 h 1823401"/>
                <a:gd name="connsiteX23" fmla="*/ 99895 w 2154922"/>
                <a:gd name="connsiteY23" fmla="*/ 698151 h 1823401"/>
                <a:gd name="connsiteX24" fmla="*/ 485697 w 2154922"/>
                <a:gd name="connsiteY24" fmla="*/ 894253 h 1823401"/>
                <a:gd name="connsiteX25" fmla="*/ 818261 w 2154922"/>
                <a:gd name="connsiteY25" fmla="*/ 938393 h 1823401"/>
                <a:gd name="connsiteX26" fmla="*/ 1017396 w 2154922"/>
                <a:gd name="connsiteY26" fmla="*/ 1269947 h 1823401"/>
                <a:gd name="connsiteX27" fmla="*/ 1009646 w 2154922"/>
                <a:gd name="connsiteY27" fmla="*/ 1494353 h 1823401"/>
                <a:gd name="connsiteX28" fmla="*/ 959778 w 2154922"/>
                <a:gd name="connsiteY28" fmla="*/ 1668890 h 1823401"/>
                <a:gd name="connsiteX29" fmla="*/ 917323 w 2154922"/>
                <a:gd name="connsiteY29" fmla="*/ 1749757 h 1823401"/>
                <a:gd name="connsiteX30" fmla="*/ 874194 w 2154922"/>
                <a:gd name="connsiteY30" fmla="*/ 1819505 h 1823401"/>
                <a:gd name="connsiteX31" fmla="*/ 890368 w 2154922"/>
                <a:gd name="connsiteY31" fmla="*/ 1819168 h 1823401"/>
                <a:gd name="connsiteX32" fmla="*/ 1118142 w 2154922"/>
                <a:gd name="connsiteY32" fmla="*/ 1735268 h 1823401"/>
                <a:gd name="connsiteX33" fmla="*/ 1234052 w 2154922"/>
                <a:gd name="connsiteY33" fmla="*/ 1681694 h 1823401"/>
                <a:gd name="connsiteX34" fmla="*/ 1305484 w 2154922"/>
                <a:gd name="connsiteY34" fmla="*/ 1552644 h 1823401"/>
                <a:gd name="connsiteX35" fmla="*/ 1313571 w 2154922"/>
                <a:gd name="connsiteY35" fmla="*/ 1217047 h 1823401"/>
                <a:gd name="connsiteX36" fmla="*/ 1254942 w 2154922"/>
                <a:gd name="connsiteY36" fmla="*/ 1036107 h 1823401"/>
                <a:gd name="connsiteX37" fmla="*/ 1188901 w 2154922"/>
                <a:gd name="connsiteY37" fmla="*/ 918514 h 1823401"/>
                <a:gd name="connsiteX38" fmla="*/ 1122523 w 2154922"/>
                <a:gd name="connsiteY38" fmla="*/ 818104 h 1823401"/>
                <a:gd name="connsiteX39" fmla="*/ 1125555 w 2154922"/>
                <a:gd name="connsiteY39" fmla="*/ 817767 h 1823401"/>
                <a:gd name="connsiteX40" fmla="*/ 1160934 w 2154922"/>
                <a:gd name="connsiteY40" fmla="*/ 817093 h 1823401"/>
                <a:gd name="connsiteX41" fmla="*/ 1401850 w 2154922"/>
                <a:gd name="connsiteY41" fmla="*/ 832256 h 1823401"/>
                <a:gd name="connsiteX42" fmla="*/ 1662309 w 2154922"/>
                <a:gd name="connsiteY42" fmla="*/ 916829 h 1823401"/>
                <a:gd name="connsiteX43" fmla="*/ 1910637 w 2154922"/>
                <a:gd name="connsiteY43" fmla="*/ 1130452 h 1823401"/>
                <a:gd name="connsiteX44" fmla="*/ 1942984 w 2154922"/>
                <a:gd name="connsiteY44" fmla="*/ 1135843 h 1823401"/>
                <a:gd name="connsiteX45" fmla="*/ 2154923 w 2154922"/>
                <a:gd name="connsiteY45" fmla="*/ 973436 h 1823401"/>
                <a:gd name="connsiteX46" fmla="*/ 2094946 w 2154922"/>
                <a:gd name="connsiteY46" fmla="*/ 907057 h 1823401"/>
                <a:gd name="connsiteX47" fmla="*/ 1802478 w 2154922"/>
                <a:gd name="connsiteY47" fmla="*/ 347055 h 1823401"/>
                <a:gd name="connsiteX48" fmla="*/ 1801467 w 2154922"/>
                <a:gd name="connsiteY48" fmla="*/ 348065 h 1823401"/>
                <a:gd name="connsiteX49" fmla="*/ 1801467 w 2154922"/>
                <a:gd name="connsiteY49" fmla="*/ 346718 h 1823401"/>
                <a:gd name="connsiteX50" fmla="*/ 1802478 w 2154922"/>
                <a:gd name="connsiteY50" fmla="*/ 347055 h 1823401"/>
                <a:gd name="connsiteX51" fmla="*/ 328680 w 2154922"/>
                <a:gd name="connsiteY51" fmla="*/ 600774 h 1823401"/>
                <a:gd name="connsiteX52" fmla="*/ 207043 w 2154922"/>
                <a:gd name="connsiteY52" fmla="*/ 432976 h 1823401"/>
                <a:gd name="connsiteX53" fmla="*/ 263987 w 2154922"/>
                <a:gd name="connsiteY53" fmla="*/ 376369 h 1823401"/>
                <a:gd name="connsiteX54" fmla="*/ 331039 w 2154922"/>
                <a:gd name="connsiteY54" fmla="*/ 425563 h 1823401"/>
                <a:gd name="connsiteX55" fmla="*/ 419318 w 2154922"/>
                <a:gd name="connsiteY55" fmla="*/ 575503 h 1823401"/>
                <a:gd name="connsiteX56" fmla="*/ 456382 w 2154922"/>
                <a:gd name="connsiteY56" fmla="*/ 642219 h 1823401"/>
                <a:gd name="connsiteX57" fmla="*/ 328680 w 2154922"/>
                <a:gd name="connsiteY57" fmla="*/ 600774 h 1823401"/>
                <a:gd name="connsiteX58" fmla="*/ 1503944 w 2154922"/>
                <a:gd name="connsiteY58" fmla="*/ 415118 h 1823401"/>
                <a:gd name="connsiteX59" fmla="*/ 1516411 w 2154922"/>
                <a:gd name="connsiteY59" fmla="*/ 385466 h 1823401"/>
                <a:gd name="connsiteX60" fmla="*/ 1593572 w 2154922"/>
                <a:gd name="connsiteY60" fmla="*/ 243276 h 1823401"/>
                <a:gd name="connsiteX61" fmla="*/ 1623897 w 2154922"/>
                <a:gd name="connsiteY61" fmla="*/ 309654 h 1823401"/>
                <a:gd name="connsiteX62" fmla="*/ 1524498 w 2154922"/>
                <a:gd name="connsiteY62" fmla="*/ 400629 h 1823401"/>
                <a:gd name="connsiteX63" fmla="*/ 1503944 w 2154922"/>
                <a:gd name="connsiteY63" fmla="*/ 415118 h 1823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154922" h="1823401">
                  <a:moveTo>
                    <a:pt x="2094946" y="907057"/>
                  </a:moveTo>
                  <a:cubicBezTo>
                    <a:pt x="2028568" y="827201"/>
                    <a:pt x="1948375" y="759138"/>
                    <a:pt x="1860769" y="703543"/>
                  </a:cubicBezTo>
                  <a:cubicBezTo>
                    <a:pt x="1816630" y="675576"/>
                    <a:pt x="1770805" y="650642"/>
                    <a:pt x="1723296" y="628741"/>
                  </a:cubicBezTo>
                  <a:cubicBezTo>
                    <a:pt x="1700384" y="618295"/>
                    <a:pt x="1638049" y="584264"/>
                    <a:pt x="1582453" y="572134"/>
                  </a:cubicBezTo>
                  <a:cubicBezTo>
                    <a:pt x="1582116" y="572134"/>
                    <a:pt x="1581779" y="572134"/>
                    <a:pt x="1581779" y="572134"/>
                  </a:cubicBezTo>
                  <a:cubicBezTo>
                    <a:pt x="1582116" y="572134"/>
                    <a:pt x="1582116" y="572134"/>
                    <a:pt x="1582453" y="572134"/>
                  </a:cubicBezTo>
                  <a:cubicBezTo>
                    <a:pt x="1593909" y="570786"/>
                    <a:pt x="1746882" y="440725"/>
                    <a:pt x="1756653" y="429606"/>
                  </a:cubicBezTo>
                  <a:cubicBezTo>
                    <a:pt x="1816967" y="361880"/>
                    <a:pt x="1859758" y="271242"/>
                    <a:pt x="1825053" y="180941"/>
                  </a:cubicBezTo>
                  <a:cubicBezTo>
                    <a:pt x="1808543" y="137475"/>
                    <a:pt x="1785294" y="97715"/>
                    <a:pt x="1752610" y="65032"/>
                  </a:cubicBezTo>
                  <a:cubicBezTo>
                    <a:pt x="1688927" y="1349"/>
                    <a:pt x="1614463" y="-16172"/>
                    <a:pt x="1529215" y="15164"/>
                  </a:cubicBezTo>
                  <a:cubicBezTo>
                    <a:pt x="1469239" y="37402"/>
                    <a:pt x="1423752" y="77836"/>
                    <a:pt x="1385677" y="127703"/>
                  </a:cubicBezTo>
                  <a:cubicBezTo>
                    <a:pt x="1348950" y="175550"/>
                    <a:pt x="1318962" y="227439"/>
                    <a:pt x="1293354" y="281687"/>
                  </a:cubicBezTo>
                  <a:cubicBezTo>
                    <a:pt x="1258649" y="356152"/>
                    <a:pt x="1209118" y="418824"/>
                    <a:pt x="1151837" y="476442"/>
                  </a:cubicBezTo>
                  <a:cubicBezTo>
                    <a:pt x="1107697" y="520918"/>
                    <a:pt x="1060525" y="562026"/>
                    <a:pt x="1013353" y="602796"/>
                  </a:cubicBezTo>
                  <a:cubicBezTo>
                    <a:pt x="1013016" y="603133"/>
                    <a:pt x="1012342" y="603133"/>
                    <a:pt x="1012005" y="603470"/>
                  </a:cubicBezTo>
                  <a:cubicBezTo>
                    <a:pt x="1009309" y="604481"/>
                    <a:pt x="1006614" y="603470"/>
                    <a:pt x="1003918" y="601785"/>
                  </a:cubicBezTo>
                  <a:cubicBezTo>
                    <a:pt x="928105" y="553265"/>
                    <a:pt x="852630" y="572808"/>
                    <a:pt x="777154" y="603133"/>
                  </a:cubicBezTo>
                  <a:cubicBezTo>
                    <a:pt x="757274" y="608187"/>
                    <a:pt x="742449" y="621665"/>
                    <a:pt x="726612" y="633458"/>
                  </a:cubicBezTo>
                  <a:cubicBezTo>
                    <a:pt x="697972" y="630762"/>
                    <a:pt x="677755" y="613578"/>
                    <a:pt x="660234" y="593362"/>
                  </a:cubicBezTo>
                  <a:cubicBezTo>
                    <a:pt x="633615" y="563373"/>
                    <a:pt x="614747" y="528668"/>
                    <a:pt x="598573" y="491941"/>
                  </a:cubicBezTo>
                  <a:cubicBezTo>
                    <a:pt x="550390" y="382771"/>
                    <a:pt x="470534" y="244623"/>
                    <a:pt x="344517" y="212614"/>
                  </a:cubicBezTo>
                  <a:cubicBezTo>
                    <a:pt x="296670" y="200484"/>
                    <a:pt x="248487" y="195766"/>
                    <a:pt x="199967" y="208907"/>
                  </a:cubicBezTo>
                  <a:cubicBezTo>
                    <a:pt x="106970" y="233841"/>
                    <a:pt x="30147" y="311675"/>
                    <a:pt x="7235" y="405346"/>
                  </a:cubicBezTo>
                  <a:cubicBezTo>
                    <a:pt x="-18710" y="511484"/>
                    <a:pt x="28125" y="621665"/>
                    <a:pt x="99895" y="698151"/>
                  </a:cubicBezTo>
                  <a:cubicBezTo>
                    <a:pt x="259270" y="868983"/>
                    <a:pt x="433470" y="888525"/>
                    <a:pt x="485697" y="894253"/>
                  </a:cubicBezTo>
                  <a:lnTo>
                    <a:pt x="818261" y="938393"/>
                  </a:lnTo>
                  <a:cubicBezTo>
                    <a:pt x="960115" y="1049248"/>
                    <a:pt x="1007961" y="1191439"/>
                    <a:pt x="1017396" y="1269947"/>
                  </a:cubicBezTo>
                  <a:cubicBezTo>
                    <a:pt x="1026493" y="1345423"/>
                    <a:pt x="1019418" y="1419214"/>
                    <a:pt x="1009646" y="1494353"/>
                  </a:cubicBezTo>
                  <a:cubicBezTo>
                    <a:pt x="1001896" y="1554666"/>
                    <a:pt x="984375" y="1613294"/>
                    <a:pt x="959778" y="1668890"/>
                  </a:cubicBezTo>
                  <a:cubicBezTo>
                    <a:pt x="947311" y="1696857"/>
                    <a:pt x="933160" y="1723812"/>
                    <a:pt x="917323" y="1749757"/>
                  </a:cubicBezTo>
                  <a:cubicBezTo>
                    <a:pt x="911932" y="1758518"/>
                    <a:pt x="868803" y="1811418"/>
                    <a:pt x="874194" y="1819505"/>
                  </a:cubicBezTo>
                  <a:cubicBezTo>
                    <a:pt x="879585" y="1827591"/>
                    <a:pt x="885650" y="1820852"/>
                    <a:pt x="890368" y="1819168"/>
                  </a:cubicBezTo>
                  <a:cubicBezTo>
                    <a:pt x="966180" y="1791201"/>
                    <a:pt x="1041993" y="1763235"/>
                    <a:pt x="1118142" y="1735268"/>
                  </a:cubicBezTo>
                  <a:cubicBezTo>
                    <a:pt x="1157565" y="1720780"/>
                    <a:pt x="1201705" y="1709997"/>
                    <a:pt x="1234052" y="1681694"/>
                  </a:cubicBezTo>
                  <a:cubicBezTo>
                    <a:pt x="1268420" y="1651369"/>
                    <a:pt x="1290321" y="1595099"/>
                    <a:pt x="1305484" y="1552644"/>
                  </a:cubicBezTo>
                  <a:cubicBezTo>
                    <a:pt x="1343559" y="1445159"/>
                    <a:pt x="1339852" y="1326891"/>
                    <a:pt x="1313571" y="1217047"/>
                  </a:cubicBezTo>
                  <a:cubicBezTo>
                    <a:pt x="1298745" y="1155386"/>
                    <a:pt x="1282235" y="1093725"/>
                    <a:pt x="1254942" y="1036107"/>
                  </a:cubicBezTo>
                  <a:cubicBezTo>
                    <a:pt x="1235736" y="995337"/>
                    <a:pt x="1212487" y="956925"/>
                    <a:pt x="1188901" y="918514"/>
                  </a:cubicBezTo>
                  <a:cubicBezTo>
                    <a:pt x="1177445" y="899982"/>
                    <a:pt x="1125218" y="817430"/>
                    <a:pt x="1122523" y="818104"/>
                  </a:cubicBezTo>
                  <a:cubicBezTo>
                    <a:pt x="1123534" y="818104"/>
                    <a:pt x="1124544" y="817767"/>
                    <a:pt x="1125555" y="817767"/>
                  </a:cubicBezTo>
                  <a:cubicBezTo>
                    <a:pt x="1137348" y="815745"/>
                    <a:pt x="1149141" y="816419"/>
                    <a:pt x="1160934" y="817093"/>
                  </a:cubicBezTo>
                  <a:cubicBezTo>
                    <a:pt x="1242138" y="821473"/>
                    <a:pt x="1320983" y="817767"/>
                    <a:pt x="1401850" y="832256"/>
                  </a:cubicBezTo>
                  <a:cubicBezTo>
                    <a:pt x="1490804" y="848092"/>
                    <a:pt x="1582453" y="873700"/>
                    <a:pt x="1662309" y="916829"/>
                  </a:cubicBezTo>
                  <a:cubicBezTo>
                    <a:pt x="1760360" y="969729"/>
                    <a:pt x="1842574" y="1042172"/>
                    <a:pt x="1910637" y="1130452"/>
                  </a:cubicBezTo>
                  <a:cubicBezTo>
                    <a:pt x="1921756" y="1144941"/>
                    <a:pt x="1927822" y="1146288"/>
                    <a:pt x="1942984" y="1135843"/>
                  </a:cubicBezTo>
                  <a:cubicBezTo>
                    <a:pt x="1985439" y="1107203"/>
                    <a:pt x="2129989" y="991967"/>
                    <a:pt x="2154923" y="973436"/>
                  </a:cubicBezTo>
                  <a:cubicBezTo>
                    <a:pt x="2138412" y="947491"/>
                    <a:pt x="2113815" y="929970"/>
                    <a:pt x="2094946" y="907057"/>
                  </a:cubicBezTo>
                  <a:close/>
                  <a:moveTo>
                    <a:pt x="1802478" y="347055"/>
                  </a:moveTo>
                  <a:cubicBezTo>
                    <a:pt x="1802141" y="347392"/>
                    <a:pt x="1801804" y="347729"/>
                    <a:pt x="1801467" y="348065"/>
                  </a:cubicBezTo>
                  <a:cubicBezTo>
                    <a:pt x="1801467" y="347729"/>
                    <a:pt x="1801467" y="347055"/>
                    <a:pt x="1801467" y="346718"/>
                  </a:cubicBezTo>
                  <a:cubicBezTo>
                    <a:pt x="1801804" y="346718"/>
                    <a:pt x="1802141" y="347055"/>
                    <a:pt x="1802478" y="347055"/>
                  </a:cubicBezTo>
                  <a:close/>
                  <a:moveTo>
                    <a:pt x="328680" y="600774"/>
                  </a:moveTo>
                  <a:cubicBezTo>
                    <a:pt x="263650" y="563036"/>
                    <a:pt x="213445" y="513842"/>
                    <a:pt x="207043" y="432976"/>
                  </a:cubicBezTo>
                  <a:cubicBezTo>
                    <a:pt x="206369" y="400292"/>
                    <a:pt x="207043" y="347729"/>
                    <a:pt x="263987" y="376369"/>
                  </a:cubicBezTo>
                  <a:cubicBezTo>
                    <a:pt x="289595" y="389173"/>
                    <a:pt x="312170" y="404335"/>
                    <a:pt x="331039" y="425563"/>
                  </a:cubicBezTo>
                  <a:cubicBezTo>
                    <a:pt x="370124" y="469703"/>
                    <a:pt x="395058" y="522603"/>
                    <a:pt x="419318" y="575503"/>
                  </a:cubicBezTo>
                  <a:cubicBezTo>
                    <a:pt x="429764" y="598753"/>
                    <a:pt x="439535" y="622339"/>
                    <a:pt x="456382" y="642219"/>
                  </a:cubicBezTo>
                  <a:cubicBezTo>
                    <a:pt x="410895" y="637501"/>
                    <a:pt x="368440" y="623687"/>
                    <a:pt x="328680" y="600774"/>
                  </a:cubicBezTo>
                  <a:close/>
                  <a:moveTo>
                    <a:pt x="1503944" y="415118"/>
                  </a:moveTo>
                  <a:cubicBezTo>
                    <a:pt x="1507314" y="405009"/>
                    <a:pt x="1511694" y="395238"/>
                    <a:pt x="1516411" y="385466"/>
                  </a:cubicBezTo>
                  <a:cubicBezTo>
                    <a:pt x="1539998" y="336946"/>
                    <a:pt x="1556508" y="284383"/>
                    <a:pt x="1593572" y="243276"/>
                  </a:cubicBezTo>
                  <a:cubicBezTo>
                    <a:pt x="1652537" y="213624"/>
                    <a:pt x="1644451" y="285057"/>
                    <a:pt x="1623897" y="309654"/>
                  </a:cubicBezTo>
                  <a:cubicBezTo>
                    <a:pt x="1593235" y="346381"/>
                    <a:pt x="1561899" y="372999"/>
                    <a:pt x="1524498" y="400629"/>
                  </a:cubicBezTo>
                  <a:cubicBezTo>
                    <a:pt x="1517422" y="405346"/>
                    <a:pt x="1510347" y="409726"/>
                    <a:pt x="1503944" y="415118"/>
                  </a:cubicBezTo>
                  <a:close/>
                </a:path>
              </a:pathLst>
            </a:custGeom>
            <a:solidFill>
              <a:schemeClr val="accent1"/>
            </a:solidFill>
            <a:ln w="336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7" name="Freeform: Shape 26">
              <a:extLst>
                <a:ext uri="{FF2B5EF4-FFF2-40B4-BE49-F238E27FC236}">
                  <a16:creationId xmlns:a16="http://schemas.microsoft.com/office/drawing/2014/main" id="{8C3B0005-B4B3-1600-640D-4CE1008FC8AF}"/>
                </a:ext>
              </a:extLst>
            </p:cNvPr>
            <p:cNvSpPr/>
            <p:nvPr/>
          </p:nvSpPr>
          <p:spPr>
            <a:xfrm>
              <a:off x="9546543" y="4691746"/>
              <a:ext cx="395573" cy="374534"/>
            </a:xfrm>
            <a:custGeom>
              <a:avLst/>
              <a:gdLst>
                <a:gd name="connsiteX0" fmla="*/ 395574 w 395573"/>
                <a:gd name="connsiteY0" fmla="*/ 243020 h 374534"/>
                <a:gd name="connsiteX1" fmla="*/ 267534 w 395573"/>
                <a:gd name="connsiteY1" fmla="*/ 341071 h 374534"/>
                <a:gd name="connsiteX2" fmla="*/ 98388 w 395573"/>
                <a:gd name="connsiteY2" fmla="*/ 371396 h 374534"/>
                <a:gd name="connsiteX3" fmla="*/ 86932 w 395573"/>
                <a:gd name="connsiteY3" fmla="*/ 188434 h 374534"/>
                <a:gd name="connsiteX4" fmla="*/ 0 w 395573"/>
                <a:gd name="connsiteY4" fmla="*/ 76232 h 374534"/>
                <a:gd name="connsiteX5" fmla="*/ 54585 w 395573"/>
                <a:gd name="connsiteY5" fmla="*/ 30744 h 374534"/>
                <a:gd name="connsiteX6" fmla="*/ 281349 w 395573"/>
                <a:gd name="connsiteY6" fmla="*/ 29396 h 374534"/>
                <a:gd name="connsiteX7" fmla="*/ 301903 w 395573"/>
                <a:gd name="connsiteY7" fmla="*/ 49950 h 374534"/>
                <a:gd name="connsiteX8" fmla="*/ 389845 w 395573"/>
                <a:gd name="connsiteY8" fmla="*/ 191467 h 374534"/>
                <a:gd name="connsiteX9" fmla="*/ 395574 w 395573"/>
                <a:gd name="connsiteY9" fmla="*/ 243020 h 37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5573" h="374534">
                  <a:moveTo>
                    <a:pt x="395574" y="243020"/>
                  </a:moveTo>
                  <a:cubicBezTo>
                    <a:pt x="377716" y="308050"/>
                    <a:pt x="328185" y="331299"/>
                    <a:pt x="267534" y="341071"/>
                  </a:cubicBezTo>
                  <a:cubicBezTo>
                    <a:pt x="237883" y="345788"/>
                    <a:pt x="92660" y="385884"/>
                    <a:pt x="98388" y="371396"/>
                  </a:cubicBezTo>
                  <a:cubicBezTo>
                    <a:pt x="111866" y="339049"/>
                    <a:pt x="125344" y="281094"/>
                    <a:pt x="86932" y="188434"/>
                  </a:cubicBezTo>
                  <a:cubicBezTo>
                    <a:pt x="70085" y="146990"/>
                    <a:pt x="42792" y="78253"/>
                    <a:pt x="0" y="76232"/>
                  </a:cubicBezTo>
                  <a:cubicBezTo>
                    <a:pt x="9434" y="51635"/>
                    <a:pt x="39759" y="39842"/>
                    <a:pt x="54585" y="30744"/>
                  </a:cubicBezTo>
                  <a:cubicBezTo>
                    <a:pt x="130061" y="419"/>
                    <a:pt x="205536" y="-19124"/>
                    <a:pt x="281349" y="29396"/>
                  </a:cubicBezTo>
                  <a:cubicBezTo>
                    <a:pt x="284382" y="31418"/>
                    <a:pt x="298196" y="42537"/>
                    <a:pt x="301903" y="49950"/>
                  </a:cubicBezTo>
                  <a:cubicBezTo>
                    <a:pt x="353455" y="95775"/>
                    <a:pt x="373672" y="131154"/>
                    <a:pt x="389845" y="191467"/>
                  </a:cubicBezTo>
                  <a:cubicBezTo>
                    <a:pt x="392204" y="199891"/>
                    <a:pt x="395574" y="234259"/>
                    <a:pt x="395574" y="243020"/>
                  </a:cubicBezTo>
                  <a:close/>
                </a:path>
              </a:pathLst>
            </a:custGeom>
            <a:solidFill>
              <a:schemeClr val="accent1">
                <a:lumMod val="75000"/>
                <a:alpha val="40000"/>
              </a:schemeClr>
            </a:solidFill>
            <a:ln w="336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Freeform: Shape 27">
              <a:extLst>
                <a:ext uri="{FF2B5EF4-FFF2-40B4-BE49-F238E27FC236}">
                  <a16:creationId xmlns:a16="http://schemas.microsoft.com/office/drawing/2014/main" id="{D18F5536-65FA-9A8D-E5E2-48F2BF0330D8}"/>
                </a:ext>
              </a:extLst>
            </p:cNvPr>
            <p:cNvSpPr/>
            <p:nvPr/>
          </p:nvSpPr>
          <p:spPr>
            <a:xfrm>
              <a:off x="9942185" y="4301978"/>
              <a:ext cx="685290" cy="632801"/>
            </a:xfrm>
            <a:custGeom>
              <a:avLst/>
              <a:gdLst>
                <a:gd name="connsiteX0" fmla="*/ 605 w 685290"/>
                <a:gd name="connsiteY0" fmla="*/ 628408 h 632801"/>
                <a:gd name="connsiteX1" fmla="*/ 165034 w 685290"/>
                <a:gd name="connsiteY1" fmla="*/ 498010 h 632801"/>
                <a:gd name="connsiteX2" fmla="*/ 284650 w 685290"/>
                <a:gd name="connsiteY2" fmla="*/ 388503 h 632801"/>
                <a:gd name="connsiteX3" fmla="*/ 389103 w 685290"/>
                <a:gd name="connsiteY3" fmla="*/ 238899 h 632801"/>
                <a:gd name="connsiteX4" fmla="*/ 507370 w 685290"/>
                <a:gd name="connsiteY4" fmla="*/ 105132 h 632801"/>
                <a:gd name="connsiteX5" fmla="*/ 476371 w 685290"/>
                <a:gd name="connsiteY5" fmla="*/ 67394 h 632801"/>
                <a:gd name="connsiteX6" fmla="*/ 572401 w 685290"/>
                <a:gd name="connsiteY6" fmla="*/ 5 h 632801"/>
                <a:gd name="connsiteX7" fmla="*/ 664050 w 685290"/>
                <a:gd name="connsiteY7" fmla="*/ 58297 h 632801"/>
                <a:gd name="connsiteX8" fmla="*/ 685277 w 685290"/>
                <a:gd name="connsiteY8" fmla="*/ 144891 h 632801"/>
                <a:gd name="connsiteX9" fmla="*/ 669441 w 685290"/>
                <a:gd name="connsiteY9" fmla="*/ 220030 h 632801"/>
                <a:gd name="connsiteX10" fmla="*/ 476034 w 685290"/>
                <a:gd name="connsiteY10" fmla="*/ 390187 h 632801"/>
                <a:gd name="connsiteX11" fmla="*/ 335528 w 685290"/>
                <a:gd name="connsiteY11" fmla="*/ 464989 h 632801"/>
                <a:gd name="connsiteX12" fmla="*/ 101351 w 685290"/>
                <a:gd name="connsiteY12" fmla="*/ 585279 h 632801"/>
                <a:gd name="connsiteX13" fmla="*/ 605 w 685290"/>
                <a:gd name="connsiteY13" fmla="*/ 628408 h 63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5290" h="632801">
                  <a:moveTo>
                    <a:pt x="605" y="628408"/>
                  </a:moveTo>
                  <a:cubicBezTo>
                    <a:pt x="28908" y="598756"/>
                    <a:pt x="122242" y="534400"/>
                    <a:pt x="165034" y="498010"/>
                  </a:cubicBezTo>
                  <a:cubicBezTo>
                    <a:pt x="196033" y="471728"/>
                    <a:pt x="254998" y="416469"/>
                    <a:pt x="284650" y="388503"/>
                  </a:cubicBezTo>
                  <a:cubicBezTo>
                    <a:pt x="324072" y="351102"/>
                    <a:pt x="368212" y="290789"/>
                    <a:pt x="389103" y="238899"/>
                  </a:cubicBezTo>
                  <a:cubicBezTo>
                    <a:pt x="398874" y="232160"/>
                    <a:pt x="474350" y="180608"/>
                    <a:pt x="507370" y="105132"/>
                  </a:cubicBezTo>
                  <a:cubicBezTo>
                    <a:pt x="512087" y="83904"/>
                    <a:pt x="505686" y="66720"/>
                    <a:pt x="476371" y="67394"/>
                  </a:cubicBezTo>
                  <a:cubicBezTo>
                    <a:pt x="469632" y="66383"/>
                    <a:pt x="527924" y="-669"/>
                    <a:pt x="572401" y="5"/>
                  </a:cubicBezTo>
                  <a:cubicBezTo>
                    <a:pt x="614182" y="679"/>
                    <a:pt x="643496" y="23591"/>
                    <a:pt x="664050" y="58297"/>
                  </a:cubicBezTo>
                  <a:cubicBezTo>
                    <a:pt x="679549" y="84915"/>
                    <a:pt x="685614" y="110860"/>
                    <a:pt x="685277" y="144891"/>
                  </a:cubicBezTo>
                  <a:cubicBezTo>
                    <a:pt x="684940" y="170836"/>
                    <a:pt x="685277" y="196107"/>
                    <a:pt x="669441" y="220030"/>
                  </a:cubicBezTo>
                  <a:cubicBezTo>
                    <a:pt x="623279" y="277985"/>
                    <a:pt x="538369" y="350428"/>
                    <a:pt x="476034" y="390187"/>
                  </a:cubicBezTo>
                  <a:cubicBezTo>
                    <a:pt x="468622" y="394905"/>
                    <a:pt x="351365" y="456566"/>
                    <a:pt x="335528" y="464989"/>
                  </a:cubicBezTo>
                  <a:cubicBezTo>
                    <a:pt x="232760" y="520585"/>
                    <a:pt x="206815" y="535074"/>
                    <a:pt x="101351" y="585279"/>
                  </a:cubicBezTo>
                  <a:cubicBezTo>
                    <a:pt x="74059" y="598420"/>
                    <a:pt x="-7819" y="647614"/>
                    <a:pt x="605" y="628408"/>
                  </a:cubicBezTo>
                  <a:close/>
                </a:path>
              </a:pathLst>
            </a:custGeom>
            <a:solidFill>
              <a:schemeClr val="accent1">
                <a:lumMod val="75000"/>
              </a:schemeClr>
            </a:solidFill>
            <a:ln w="336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9" name="Freeform: Shape 28">
              <a:extLst>
                <a:ext uri="{FF2B5EF4-FFF2-40B4-BE49-F238E27FC236}">
                  <a16:creationId xmlns:a16="http://schemas.microsoft.com/office/drawing/2014/main" id="{121F67D0-894B-A2A7-7DBB-670FCC1A7164}"/>
                </a:ext>
              </a:extLst>
            </p:cNvPr>
            <p:cNvSpPr/>
            <p:nvPr/>
          </p:nvSpPr>
          <p:spPr>
            <a:xfrm>
              <a:off x="9041125" y="4399897"/>
              <a:ext cx="516199" cy="384071"/>
            </a:xfrm>
            <a:custGeom>
              <a:avLst/>
              <a:gdLst>
                <a:gd name="connsiteX0" fmla="*/ 0 w 516199"/>
                <a:gd name="connsiteY0" fmla="*/ 110655 h 384071"/>
                <a:gd name="connsiteX1" fmla="*/ 77834 w 516199"/>
                <a:gd name="connsiteY1" fmla="*/ 13951 h 384071"/>
                <a:gd name="connsiteX2" fmla="*/ 253720 w 516199"/>
                <a:gd name="connsiteY2" fmla="*/ 15973 h 384071"/>
                <a:gd name="connsiteX3" fmla="*/ 293142 w 516199"/>
                <a:gd name="connsiteY3" fmla="*/ 56070 h 384071"/>
                <a:gd name="connsiteX4" fmla="*/ 388161 w 516199"/>
                <a:gd name="connsiteY4" fmla="*/ 221847 h 384071"/>
                <a:gd name="connsiteX5" fmla="*/ 449822 w 516199"/>
                <a:gd name="connsiteY5" fmla="*/ 323267 h 384071"/>
                <a:gd name="connsiteX6" fmla="*/ 516200 w 516199"/>
                <a:gd name="connsiteY6" fmla="*/ 363363 h 384071"/>
                <a:gd name="connsiteX7" fmla="*/ 475093 w 516199"/>
                <a:gd name="connsiteY7" fmla="*/ 375830 h 384071"/>
                <a:gd name="connsiteX8" fmla="*/ 305609 w 516199"/>
                <a:gd name="connsiteY8" fmla="*/ 380885 h 384071"/>
                <a:gd name="connsiteX9" fmla="*/ 245970 w 516199"/>
                <a:gd name="connsiteY9" fmla="*/ 372798 h 384071"/>
                <a:gd name="connsiteX10" fmla="*/ 208906 w 516199"/>
                <a:gd name="connsiteY10" fmla="*/ 306083 h 384071"/>
                <a:gd name="connsiteX11" fmla="*/ 120626 w 516199"/>
                <a:gd name="connsiteY11" fmla="*/ 156142 h 384071"/>
                <a:gd name="connsiteX12" fmla="*/ 56607 w 516199"/>
                <a:gd name="connsiteY12" fmla="*/ 103579 h 384071"/>
                <a:gd name="connsiteX13" fmla="*/ 0 w 516199"/>
                <a:gd name="connsiteY13" fmla="*/ 110655 h 384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199" h="384071">
                  <a:moveTo>
                    <a:pt x="0" y="110655"/>
                  </a:moveTo>
                  <a:cubicBezTo>
                    <a:pt x="8761" y="63819"/>
                    <a:pt x="36727" y="31473"/>
                    <a:pt x="77834" y="13951"/>
                  </a:cubicBezTo>
                  <a:cubicBezTo>
                    <a:pt x="131746" y="-9298"/>
                    <a:pt x="216993" y="137"/>
                    <a:pt x="253720" y="15973"/>
                  </a:cubicBezTo>
                  <a:cubicBezTo>
                    <a:pt x="271578" y="24734"/>
                    <a:pt x="282360" y="40907"/>
                    <a:pt x="293142" y="56070"/>
                  </a:cubicBezTo>
                  <a:cubicBezTo>
                    <a:pt x="329532" y="108633"/>
                    <a:pt x="362553" y="163218"/>
                    <a:pt x="388161" y="221847"/>
                  </a:cubicBezTo>
                  <a:cubicBezTo>
                    <a:pt x="404334" y="258237"/>
                    <a:pt x="423203" y="293279"/>
                    <a:pt x="449822" y="323267"/>
                  </a:cubicBezTo>
                  <a:cubicBezTo>
                    <a:pt x="467680" y="343484"/>
                    <a:pt x="487896" y="360668"/>
                    <a:pt x="516200" y="363363"/>
                  </a:cubicBezTo>
                  <a:cubicBezTo>
                    <a:pt x="506765" y="369092"/>
                    <a:pt x="487896" y="374146"/>
                    <a:pt x="475093" y="375830"/>
                  </a:cubicBezTo>
                  <a:cubicBezTo>
                    <a:pt x="414106" y="383243"/>
                    <a:pt x="366933" y="387287"/>
                    <a:pt x="305609" y="380885"/>
                  </a:cubicBezTo>
                  <a:cubicBezTo>
                    <a:pt x="288425" y="379200"/>
                    <a:pt x="262480" y="377852"/>
                    <a:pt x="245970" y="372798"/>
                  </a:cubicBezTo>
                  <a:cubicBezTo>
                    <a:pt x="227101" y="352244"/>
                    <a:pt x="220362" y="331017"/>
                    <a:pt x="208906" y="306083"/>
                  </a:cubicBezTo>
                  <a:cubicBezTo>
                    <a:pt x="184646" y="253182"/>
                    <a:pt x="160049" y="200282"/>
                    <a:pt x="120626" y="156142"/>
                  </a:cubicBezTo>
                  <a:cubicBezTo>
                    <a:pt x="101757" y="134915"/>
                    <a:pt x="83562" y="113350"/>
                    <a:pt x="56607" y="103579"/>
                  </a:cubicBezTo>
                  <a:cubicBezTo>
                    <a:pt x="45151" y="93807"/>
                    <a:pt x="16173" y="89427"/>
                    <a:pt x="0" y="110655"/>
                  </a:cubicBezTo>
                  <a:close/>
                </a:path>
              </a:pathLst>
            </a:custGeom>
            <a:solidFill>
              <a:schemeClr val="accent1">
                <a:lumMod val="75000"/>
              </a:schemeClr>
            </a:solidFill>
            <a:ln w="336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Freeform: Shape 29">
              <a:extLst>
                <a:ext uri="{FF2B5EF4-FFF2-40B4-BE49-F238E27FC236}">
                  <a16:creationId xmlns:a16="http://schemas.microsoft.com/office/drawing/2014/main" id="{DC03F573-7E68-6319-B3F6-88110ED33CC2}"/>
                </a:ext>
              </a:extLst>
            </p:cNvPr>
            <p:cNvSpPr/>
            <p:nvPr/>
          </p:nvSpPr>
          <p:spPr>
            <a:xfrm>
              <a:off x="6942632" y="4124750"/>
              <a:ext cx="3369" cy="3369"/>
            </a:xfrm>
            <a:custGeom>
              <a:avLst/>
              <a:gdLst/>
              <a:ahLst/>
              <a:cxnLst/>
              <a:rect l="l" t="t" r="r" b="b"/>
              <a:pathLst>
                <a:path w="3369" h="3369"/>
              </a:pathLst>
            </a:custGeom>
            <a:noFill/>
            <a:ln w="3369" cap="flat">
              <a:solidFill>
                <a:srgbClr val="0000FF"/>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Freeform: Shape 30">
              <a:extLst>
                <a:ext uri="{FF2B5EF4-FFF2-40B4-BE49-F238E27FC236}">
                  <a16:creationId xmlns:a16="http://schemas.microsoft.com/office/drawing/2014/main" id="{4C614BE0-C4D9-DF1C-EF55-9E88371F76BC}"/>
                </a:ext>
              </a:extLst>
            </p:cNvPr>
            <p:cNvSpPr/>
            <p:nvPr/>
          </p:nvSpPr>
          <p:spPr>
            <a:xfrm>
              <a:off x="10330951" y="4360937"/>
              <a:ext cx="135212" cy="178928"/>
            </a:xfrm>
            <a:custGeom>
              <a:avLst/>
              <a:gdLst>
                <a:gd name="connsiteX0" fmla="*/ 119952 w 135212"/>
                <a:gd name="connsiteY0" fmla="*/ 73465 h 178928"/>
                <a:gd name="connsiteX1" fmla="*/ 89627 w 135212"/>
                <a:gd name="connsiteY1" fmla="*/ 7087 h 178928"/>
                <a:gd name="connsiteX2" fmla="*/ 12467 w 135212"/>
                <a:gd name="connsiteY2" fmla="*/ 149278 h 178928"/>
                <a:gd name="connsiteX3" fmla="*/ 0 w 135212"/>
                <a:gd name="connsiteY3" fmla="*/ 178929 h 178928"/>
                <a:gd name="connsiteX4" fmla="*/ 20217 w 135212"/>
                <a:gd name="connsiteY4" fmla="*/ 164103 h 178928"/>
                <a:gd name="connsiteX5" fmla="*/ 119952 w 135212"/>
                <a:gd name="connsiteY5" fmla="*/ 73465 h 178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212" h="178928">
                  <a:moveTo>
                    <a:pt x="119952" y="73465"/>
                  </a:moveTo>
                  <a:cubicBezTo>
                    <a:pt x="140506" y="48868"/>
                    <a:pt x="148593" y="-22564"/>
                    <a:pt x="89627" y="7087"/>
                  </a:cubicBezTo>
                  <a:cubicBezTo>
                    <a:pt x="52564" y="48531"/>
                    <a:pt x="36390" y="101094"/>
                    <a:pt x="12467" y="149278"/>
                  </a:cubicBezTo>
                  <a:cubicBezTo>
                    <a:pt x="7750" y="158712"/>
                    <a:pt x="3369" y="168820"/>
                    <a:pt x="0" y="178929"/>
                  </a:cubicBezTo>
                  <a:cubicBezTo>
                    <a:pt x="6402" y="173538"/>
                    <a:pt x="13478" y="169157"/>
                    <a:pt x="20217" y="164103"/>
                  </a:cubicBezTo>
                  <a:cubicBezTo>
                    <a:pt x="57955" y="136811"/>
                    <a:pt x="89290" y="110192"/>
                    <a:pt x="119952" y="73465"/>
                  </a:cubicBezTo>
                  <a:close/>
                </a:path>
              </a:pathLst>
            </a:custGeom>
            <a:noFill/>
            <a:ln w="336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F0714D47-5CC4-81F4-E8DF-C922F8044872}"/>
                </a:ext>
              </a:extLst>
            </p:cNvPr>
            <p:cNvSpPr/>
            <p:nvPr/>
          </p:nvSpPr>
          <p:spPr>
            <a:xfrm>
              <a:off x="10628474" y="4471466"/>
              <a:ext cx="1010" cy="1347"/>
            </a:xfrm>
            <a:custGeom>
              <a:avLst/>
              <a:gdLst>
                <a:gd name="connsiteX0" fmla="*/ 1011 w 1010"/>
                <a:gd name="connsiteY0" fmla="*/ 337 h 1347"/>
                <a:gd name="connsiteX1" fmla="*/ 0 w 1010"/>
                <a:gd name="connsiteY1" fmla="*/ 0 h 1347"/>
                <a:gd name="connsiteX2" fmla="*/ 0 w 1010"/>
                <a:gd name="connsiteY2" fmla="*/ 1348 h 1347"/>
                <a:gd name="connsiteX3" fmla="*/ 1011 w 1010"/>
                <a:gd name="connsiteY3" fmla="*/ 337 h 1347"/>
              </a:gdLst>
              <a:ahLst/>
              <a:cxnLst>
                <a:cxn ang="0">
                  <a:pos x="connsiteX0" y="connsiteY0"/>
                </a:cxn>
                <a:cxn ang="0">
                  <a:pos x="connsiteX1" y="connsiteY1"/>
                </a:cxn>
                <a:cxn ang="0">
                  <a:pos x="connsiteX2" y="connsiteY2"/>
                </a:cxn>
                <a:cxn ang="0">
                  <a:pos x="connsiteX3" y="connsiteY3"/>
                </a:cxn>
              </a:cxnLst>
              <a:rect l="l" t="t" r="r" b="b"/>
              <a:pathLst>
                <a:path w="1010" h="1347">
                  <a:moveTo>
                    <a:pt x="1011" y="337"/>
                  </a:moveTo>
                  <a:cubicBezTo>
                    <a:pt x="674" y="337"/>
                    <a:pt x="337" y="0"/>
                    <a:pt x="0" y="0"/>
                  </a:cubicBezTo>
                  <a:cubicBezTo>
                    <a:pt x="0" y="337"/>
                    <a:pt x="0" y="1011"/>
                    <a:pt x="0" y="1348"/>
                  </a:cubicBezTo>
                  <a:cubicBezTo>
                    <a:pt x="337" y="1011"/>
                    <a:pt x="674" y="674"/>
                    <a:pt x="1011" y="337"/>
                  </a:cubicBezTo>
                  <a:close/>
                </a:path>
              </a:pathLst>
            </a:custGeom>
            <a:noFill/>
            <a:ln w="336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Shape 32">
              <a:extLst>
                <a:ext uri="{FF2B5EF4-FFF2-40B4-BE49-F238E27FC236}">
                  <a16:creationId xmlns:a16="http://schemas.microsoft.com/office/drawing/2014/main" id="{0AE42130-4882-45EB-A1BB-3774BE2ED7D8}"/>
                </a:ext>
              </a:extLst>
            </p:cNvPr>
            <p:cNvSpPr/>
            <p:nvPr/>
          </p:nvSpPr>
          <p:spPr>
            <a:xfrm>
              <a:off x="9034277" y="4493205"/>
              <a:ext cx="249448" cy="274435"/>
            </a:xfrm>
            <a:custGeom>
              <a:avLst/>
              <a:gdLst>
                <a:gd name="connsiteX0" fmla="*/ 124105 w 249448"/>
                <a:gd name="connsiteY0" fmla="*/ 57443 h 274435"/>
                <a:gd name="connsiteX1" fmla="*/ 57053 w 249448"/>
                <a:gd name="connsiteY1" fmla="*/ 8249 h 274435"/>
                <a:gd name="connsiteX2" fmla="*/ 109 w 249448"/>
                <a:gd name="connsiteY2" fmla="*/ 64856 h 274435"/>
                <a:gd name="connsiteX3" fmla="*/ 121746 w 249448"/>
                <a:gd name="connsiteY3" fmla="*/ 232654 h 274435"/>
                <a:gd name="connsiteX4" fmla="*/ 249449 w 249448"/>
                <a:gd name="connsiteY4" fmla="*/ 274436 h 274435"/>
                <a:gd name="connsiteX5" fmla="*/ 212385 w 249448"/>
                <a:gd name="connsiteY5" fmla="*/ 207720 h 274435"/>
                <a:gd name="connsiteX6" fmla="*/ 124105 w 249448"/>
                <a:gd name="connsiteY6" fmla="*/ 57443 h 274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9448" h="274435">
                  <a:moveTo>
                    <a:pt x="124105" y="57443"/>
                  </a:moveTo>
                  <a:cubicBezTo>
                    <a:pt x="105236" y="36215"/>
                    <a:pt x="82998" y="21390"/>
                    <a:pt x="57053" y="8249"/>
                  </a:cubicBezTo>
                  <a:cubicBezTo>
                    <a:pt x="109" y="-20391"/>
                    <a:pt x="-565" y="32172"/>
                    <a:pt x="109" y="64856"/>
                  </a:cubicBezTo>
                  <a:cubicBezTo>
                    <a:pt x="6511" y="145386"/>
                    <a:pt x="56716" y="194916"/>
                    <a:pt x="121746" y="232654"/>
                  </a:cubicBezTo>
                  <a:cubicBezTo>
                    <a:pt x="161169" y="255567"/>
                    <a:pt x="203961" y="269381"/>
                    <a:pt x="249449" y="274436"/>
                  </a:cubicBezTo>
                  <a:cubicBezTo>
                    <a:pt x="232938" y="254556"/>
                    <a:pt x="223167" y="230970"/>
                    <a:pt x="212385" y="207720"/>
                  </a:cubicBezTo>
                  <a:cubicBezTo>
                    <a:pt x="187788" y="154146"/>
                    <a:pt x="163191" y="101583"/>
                    <a:pt x="124105" y="57443"/>
                  </a:cubicBezTo>
                  <a:close/>
                </a:path>
              </a:pathLst>
            </a:custGeom>
            <a:noFill/>
            <a:ln w="336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 name="Freeform: Shape 33">
              <a:extLst>
                <a:ext uri="{FF2B5EF4-FFF2-40B4-BE49-F238E27FC236}">
                  <a16:creationId xmlns:a16="http://schemas.microsoft.com/office/drawing/2014/main" id="{90BB8432-89FE-E63A-8ADF-7679019B0011}"/>
                </a:ext>
              </a:extLst>
            </p:cNvPr>
            <p:cNvSpPr/>
            <p:nvPr/>
          </p:nvSpPr>
          <p:spPr>
            <a:xfrm>
              <a:off x="9091320" y="5018665"/>
              <a:ext cx="553610" cy="659315"/>
            </a:xfrm>
            <a:custGeom>
              <a:avLst/>
              <a:gdLst>
                <a:gd name="connsiteX0" fmla="*/ 119625 w 553610"/>
                <a:gd name="connsiteY0" fmla="*/ 198124 h 659315"/>
                <a:gd name="connsiteX1" fmla="*/ 3716 w 553610"/>
                <a:gd name="connsiteY1" fmla="*/ 570111 h 659315"/>
                <a:gd name="connsiteX2" fmla="*/ 9444 w 553610"/>
                <a:gd name="connsiteY2" fmla="*/ 606164 h 659315"/>
                <a:gd name="connsiteX3" fmla="*/ 286750 w 553610"/>
                <a:gd name="connsiteY3" fmla="*/ 656706 h 659315"/>
                <a:gd name="connsiteX4" fmla="*/ 291467 w 553610"/>
                <a:gd name="connsiteY4" fmla="*/ 619642 h 659315"/>
                <a:gd name="connsiteX5" fmla="*/ 291804 w 553610"/>
                <a:gd name="connsiteY5" fmla="*/ 617957 h 659315"/>
                <a:gd name="connsiteX6" fmla="*/ 400637 w 553610"/>
                <a:gd name="connsiteY6" fmla="*/ 247655 h 659315"/>
                <a:gd name="connsiteX7" fmla="*/ 553611 w 553610"/>
                <a:gd name="connsiteY7" fmla="*/ 44140 h 659315"/>
                <a:gd name="connsiteX8" fmla="*/ 221046 w 553610"/>
                <a:gd name="connsiteY8" fmla="*/ 0 h 659315"/>
                <a:gd name="connsiteX9" fmla="*/ 119625 w 553610"/>
                <a:gd name="connsiteY9" fmla="*/ 198124 h 659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3610" h="659315">
                  <a:moveTo>
                    <a:pt x="119625" y="198124"/>
                  </a:moveTo>
                  <a:cubicBezTo>
                    <a:pt x="69084" y="319761"/>
                    <a:pt x="39769" y="444094"/>
                    <a:pt x="3716" y="570111"/>
                  </a:cubicBezTo>
                  <a:cubicBezTo>
                    <a:pt x="10" y="583589"/>
                    <a:pt x="-4370" y="598751"/>
                    <a:pt x="9444" y="606164"/>
                  </a:cubicBezTo>
                  <a:cubicBezTo>
                    <a:pt x="23933" y="613914"/>
                    <a:pt x="270240" y="672205"/>
                    <a:pt x="286750" y="656706"/>
                  </a:cubicBezTo>
                  <a:cubicBezTo>
                    <a:pt x="293826" y="650304"/>
                    <a:pt x="290457" y="632446"/>
                    <a:pt x="291467" y="619642"/>
                  </a:cubicBezTo>
                  <a:cubicBezTo>
                    <a:pt x="291467" y="618968"/>
                    <a:pt x="291804" y="618631"/>
                    <a:pt x="291804" y="617957"/>
                  </a:cubicBezTo>
                  <a:cubicBezTo>
                    <a:pt x="305956" y="508450"/>
                    <a:pt x="351780" y="346380"/>
                    <a:pt x="400637" y="247655"/>
                  </a:cubicBezTo>
                  <a:cubicBezTo>
                    <a:pt x="425235" y="198124"/>
                    <a:pt x="462972" y="154995"/>
                    <a:pt x="553611" y="44140"/>
                  </a:cubicBezTo>
                  <a:lnTo>
                    <a:pt x="221046" y="0"/>
                  </a:lnTo>
                  <a:cubicBezTo>
                    <a:pt x="214981" y="22575"/>
                    <a:pt x="145233" y="146908"/>
                    <a:pt x="119625" y="198124"/>
                  </a:cubicBezTo>
                  <a:close/>
                </a:path>
              </a:pathLst>
            </a:custGeom>
            <a:solidFill>
              <a:schemeClr val="accent1">
                <a:lumMod val="75000"/>
              </a:schemeClr>
            </a:solidFill>
            <a:ln w="336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5" name="Freeform: Shape 34">
              <a:extLst>
                <a:ext uri="{FF2B5EF4-FFF2-40B4-BE49-F238E27FC236}">
                  <a16:creationId xmlns:a16="http://schemas.microsoft.com/office/drawing/2014/main" id="{76EE27A5-42DA-88A7-3A51-6C6EFC62EDDD}"/>
                </a:ext>
              </a:extLst>
            </p:cNvPr>
            <p:cNvSpPr/>
            <p:nvPr/>
          </p:nvSpPr>
          <p:spPr>
            <a:xfrm>
              <a:off x="10408785" y="4696882"/>
              <a:ext cx="674" cy="3369"/>
            </a:xfrm>
            <a:custGeom>
              <a:avLst/>
              <a:gdLst>
                <a:gd name="connsiteX0" fmla="*/ 674 w 674"/>
                <a:gd name="connsiteY0" fmla="*/ 0 h 3369"/>
                <a:gd name="connsiteX1" fmla="*/ 0 w 674"/>
                <a:gd name="connsiteY1" fmla="*/ 0 h 3369"/>
                <a:gd name="connsiteX2" fmla="*/ 674 w 674"/>
                <a:gd name="connsiteY2" fmla="*/ 0 h 3369"/>
              </a:gdLst>
              <a:ahLst/>
              <a:cxnLst>
                <a:cxn ang="0">
                  <a:pos x="connsiteX0" y="connsiteY0"/>
                </a:cxn>
                <a:cxn ang="0">
                  <a:pos x="connsiteX1" y="connsiteY1"/>
                </a:cxn>
                <a:cxn ang="0">
                  <a:pos x="connsiteX2" y="connsiteY2"/>
                </a:cxn>
              </a:cxnLst>
              <a:rect l="l" t="t" r="r" b="b"/>
              <a:pathLst>
                <a:path w="674" h="3369">
                  <a:moveTo>
                    <a:pt x="674" y="0"/>
                  </a:moveTo>
                  <a:cubicBezTo>
                    <a:pt x="337" y="0"/>
                    <a:pt x="337" y="0"/>
                    <a:pt x="0" y="0"/>
                  </a:cubicBezTo>
                  <a:cubicBezTo>
                    <a:pt x="0" y="0"/>
                    <a:pt x="337" y="0"/>
                    <a:pt x="674" y="0"/>
                  </a:cubicBezTo>
                  <a:close/>
                </a:path>
              </a:pathLst>
            </a:custGeom>
            <a:solidFill>
              <a:srgbClr val="A51D24"/>
            </a:solidFill>
            <a:ln w="336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12" name="그룹 218">
            <a:extLst>
              <a:ext uri="{FF2B5EF4-FFF2-40B4-BE49-F238E27FC236}">
                <a16:creationId xmlns:a16="http://schemas.microsoft.com/office/drawing/2014/main" id="{0074CA47-66C6-3E53-89D3-0ACD9FF5FF73}"/>
              </a:ext>
            </a:extLst>
          </p:cNvPr>
          <p:cNvGrpSpPr/>
          <p:nvPr/>
        </p:nvGrpSpPr>
        <p:grpSpPr>
          <a:xfrm>
            <a:off x="10693912" y="4919859"/>
            <a:ext cx="1421518" cy="1577379"/>
            <a:chOff x="9238103" y="3424490"/>
            <a:chExt cx="1999368" cy="2777053"/>
          </a:xfrm>
          <a:effectLst/>
        </p:grpSpPr>
        <p:grpSp>
          <p:nvGrpSpPr>
            <p:cNvPr id="13" name="그룹 219">
              <a:extLst>
                <a:ext uri="{FF2B5EF4-FFF2-40B4-BE49-F238E27FC236}">
                  <a16:creationId xmlns:a16="http://schemas.microsoft.com/office/drawing/2014/main" id="{0DE9C783-3375-BB9C-7BD3-B7E136992CB3}"/>
                </a:ext>
              </a:extLst>
            </p:cNvPr>
            <p:cNvGrpSpPr/>
            <p:nvPr/>
          </p:nvGrpSpPr>
          <p:grpSpPr>
            <a:xfrm flipH="1">
              <a:off x="9238103" y="5736960"/>
              <a:ext cx="1738952" cy="464583"/>
              <a:chOff x="972634" y="5913280"/>
              <a:chExt cx="1466941" cy="391912"/>
            </a:xfrm>
          </p:grpSpPr>
          <p:sp>
            <p:nvSpPr>
              <p:cNvPr id="22" name="자유형: 도형 225">
                <a:extLst>
                  <a:ext uri="{FF2B5EF4-FFF2-40B4-BE49-F238E27FC236}">
                    <a16:creationId xmlns:a16="http://schemas.microsoft.com/office/drawing/2014/main" id="{6C5AC96C-317F-C336-E926-5B96F567F779}"/>
                  </a:ext>
                </a:extLst>
              </p:cNvPr>
              <p:cNvSpPr/>
              <p:nvPr/>
            </p:nvSpPr>
            <p:spPr>
              <a:xfrm flipH="1">
                <a:off x="972634" y="5913280"/>
                <a:ext cx="1466941" cy="391912"/>
              </a:xfrm>
              <a:custGeom>
                <a:avLst/>
                <a:gdLst>
                  <a:gd name="connsiteX0" fmla="*/ 1364856 w 1466941"/>
                  <a:gd name="connsiteY0" fmla="*/ 68150 h 391912"/>
                  <a:gd name="connsiteX1" fmla="*/ 1364856 w 1466941"/>
                  <a:gd name="connsiteY1" fmla="*/ 323896 h 391912"/>
                  <a:gd name="connsiteX2" fmla="*/ 174208 w 1466941"/>
                  <a:gd name="connsiteY2" fmla="*/ 323896 h 391912"/>
                  <a:gd name="connsiteX3" fmla="*/ 174208 w 1466941"/>
                  <a:gd name="connsiteY3" fmla="*/ 323750 h 391912"/>
                  <a:gd name="connsiteX4" fmla="*/ 103272 w 1466941"/>
                  <a:gd name="connsiteY4" fmla="*/ 323750 h 391912"/>
                  <a:gd name="connsiteX5" fmla="*/ 75759 w 1466941"/>
                  <a:gd name="connsiteY5" fmla="*/ 296237 h 391912"/>
                  <a:gd name="connsiteX6" fmla="*/ 75759 w 1466941"/>
                  <a:gd name="connsiteY6" fmla="*/ 95663 h 391912"/>
                  <a:gd name="connsiteX7" fmla="*/ 103272 w 1466941"/>
                  <a:gd name="connsiteY7" fmla="*/ 68150 h 391912"/>
                  <a:gd name="connsiteX8" fmla="*/ 174208 w 1466941"/>
                  <a:gd name="connsiteY8" fmla="*/ 68150 h 391912"/>
                  <a:gd name="connsiteX9" fmla="*/ 442035 w 1466941"/>
                  <a:gd name="connsiteY9" fmla="*/ 68150 h 391912"/>
                  <a:gd name="connsiteX10" fmla="*/ 1404882 w 1466941"/>
                  <a:gd name="connsiteY10" fmla="*/ 0 h 391912"/>
                  <a:gd name="connsiteX11" fmla="*/ 63813 w 1466941"/>
                  <a:gd name="connsiteY11" fmla="*/ 0 h 391912"/>
                  <a:gd name="connsiteX12" fmla="*/ 0 w 1466941"/>
                  <a:gd name="connsiteY12" fmla="*/ 77328 h 391912"/>
                  <a:gd name="connsiteX13" fmla="*/ 0 w 1466941"/>
                  <a:gd name="connsiteY13" fmla="*/ 314584 h 391912"/>
                  <a:gd name="connsiteX14" fmla="*/ 63813 w 1466941"/>
                  <a:gd name="connsiteY14" fmla="*/ 391912 h 391912"/>
                  <a:gd name="connsiteX15" fmla="*/ 1404882 w 1466941"/>
                  <a:gd name="connsiteY15" fmla="*/ 391912 h 391912"/>
                  <a:gd name="connsiteX16" fmla="*/ 1450005 w 1466941"/>
                  <a:gd name="connsiteY16" fmla="*/ 369263 h 391912"/>
                  <a:gd name="connsiteX17" fmla="*/ 1466940 w 1466941"/>
                  <a:gd name="connsiteY17" fmla="*/ 319718 h 391912"/>
                  <a:gd name="connsiteX18" fmla="*/ 1385452 w 1466941"/>
                  <a:gd name="connsiteY18" fmla="*/ 319718 h 391912"/>
                  <a:gd name="connsiteX19" fmla="*/ 1364140 w 1466941"/>
                  <a:gd name="connsiteY19" fmla="*/ 264245 h 391912"/>
                  <a:gd name="connsiteX20" fmla="*/ 1363441 w 1466941"/>
                  <a:gd name="connsiteY20" fmla="*/ 127726 h 391912"/>
                  <a:gd name="connsiteX21" fmla="*/ 1383686 w 1466941"/>
                  <a:gd name="connsiteY21" fmla="*/ 72196 h 391912"/>
                  <a:gd name="connsiteX22" fmla="*/ 1466941 w 1466941"/>
                  <a:gd name="connsiteY22" fmla="*/ 72196 h 391912"/>
                  <a:gd name="connsiteX23" fmla="*/ 1450005 w 1466941"/>
                  <a:gd name="connsiteY23" fmla="*/ 22649 h 391912"/>
                  <a:gd name="connsiteX24" fmla="*/ 1404882 w 1466941"/>
                  <a:gd name="connsiteY24" fmla="*/ 0 h 39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66941" h="391912">
                    <a:moveTo>
                      <a:pt x="1364856" y="68150"/>
                    </a:moveTo>
                    <a:cubicBezTo>
                      <a:pt x="1319792" y="165616"/>
                      <a:pt x="1322044" y="235593"/>
                      <a:pt x="1364856" y="323896"/>
                    </a:cubicBezTo>
                    <a:lnTo>
                      <a:pt x="174208" y="323896"/>
                    </a:lnTo>
                    <a:lnTo>
                      <a:pt x="174208" y="323750"/>
                    </a:lnTo>
                    <a:lnTo>
                      <a:pt x="103272" y="323750"/>
                    </a:lnTo>
                    <a:cubicBezTo>
                      <a:pt x="88077" y="323750"/>
                      <a:pt x="75759" y="311432"/>
                      <a:pt x="75759" y="296237"/>
                    </a:cubicBezTo>
                    <a:lnTo>
                      <a:pt x="75759" y="95663"/>
                    </a:lnTo>
                    <a:cubicBezTo>
                      <a:pt x="75759" y="80468"/>
                      <a:pt x="88077" y="68150"/>
                      <a:pt x="103272" y="68150"/>
                    </a:cubicBezTo>
                    <a:lnTo>
                      <a:pt x="174208" y="68150"/>
                    </a:lnTo>
                    <a:lnTo>
                      <a:pt x="442035" y="68150"/>
                    </a:lnTo>
                    <a:close/>
                    <a:moveTo>
                      <a:pt x="1404882" y="0"/>
                    </a:moveTo>
                    <a:lnTo>
                      <a:pt x="63813" y="0"/>
                    </a:lnTo>
                    <a:cubicBezTo>
                      <a:pt x="28570" y="0"/>
                      <a:pt x="0" y="34621"/>
                      <a:pt x="0" y="77328"/>
                    </a:cubicBezTo>
                    <a:lnTo>
                      <a:pt x="0" y="314584"/>
                    </a:lnTo>
                    <a:cubicBezTo>
                      <a:pt x="0" y="357291"/>
                      <a:pt x="28570" y="391912"/>
                      <a:pt x="63813" y="391912"/>
                    </a:cubicBezTo>
                    <a:lnTo>
                      <a:pt x="1404882" y="391912"/>
                    </a:lnTo>
                    <a:cubicBezTo>
                      <a:pt x="1422504" y="391912"/>
                      <a:pt x="1438457" y="383257"/>
                      <a:pt x="1450005" y="369263"/>
                    </a:cubicBezTo>
                    <a:lnTo>
                      <a:pt x="1466940" y="319718"/>
                    </a:lnTo>
                    <a:lnTo>
                      <a:pt x="1385452" y="319718"/>
                    </a:lnTo>
                    <a:lnTo>
                      <a:pt x="1364140" y="264245"/>
                    </a:lnTo>
                    <a:cubicBezTo>
                      <a:pt x="1351928" y="218950"/>
                      <a:pt x="1351384" y="175552"/>
                      <a:pt x="1363441" y="127726"/>
                    </a:cubicBezTo>
                    <a:lnTo>
                      <a:pt x="1383686" y="72196"/>
                    </a:lnTo>
                    <a:lnTo>
                      <a:pt x="1466941" y="72196"/>
                    </a:lnTo>
                    <a:lnTo>
                      <a:pt x="1450005" y="22649"/>
                    </a:lnTo>
                    <a:cubicBezTo>
                      <a:pt x="1438457" y="8656"/>
                      <a:pt x="1422504" y="0"/>
                      <a:pt x="140488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1"/>
              </a:p>
            </p:txBody>
          </p:sp>
          <p:sp>
            <p:nvSpPr>
              <p:cNvPr id="23" name="자유형: 도형 226">
                <a:extLst>
                  <a:ext uri="{FF2B5EF4-FFF2-40B4-BE49-F238E27FC236}">
                    <a16:creationId xmlns:a16="http://schemas.microsoft.com/office/drawing/2014/main" id="{D661C7B0-3FF0-3D78-EE2D-6DB387F3BD9A}"/>
                  </a:ext>
                </a:extLst>
              </p:cNvPr>
              <p:cNvSpPr/>
              <p:nvPr/>
            </p:nvSpPr>
            <p:spPr>
              <a:xfrm flipH="1">
                <a:off x="1077955" y="5981363"/>
                <a:ext cx="1289097" cy="255746"/>
              </a:xfrm>
              <a:custGeom>
                <a:avLst/>
                <a:gdLst>
                  <a:gd name="connsiteX0" fmla="*/ 1289097 w 1289097"/>
                  <a:gd name="connsiteY0" fmla="*/ 0 h 255746"/>
                  <a:gd name="connsiteX1" fmla="*/ 366276 w 1289097"/>
                  <a:gd name="connsiteY1" fmla="*/ 0 h 255746"/>
                  <a:gd name="connsiteX2" fmla="*/ 98449 w 1289097"/>
                  <a:gd name="connsiteY2" fmla="*/ 0 h 255746"/>
                  <a:gd name="connsiteX3" fmla="*/ 27513 w 1289097"/>
                  <a:gd name="connsiteY3" fmla="*/ 0 h 255746"/>
                  <a:gd name="connsiteX4" fmla="*/ 0 w 1289097"/>
                  <a:gd name="connsiteY4" fmla="*/ 27513 h 255746"/>
                  <a:gd name="connsiteX5" fmla="*/ 0 w 1289097"/>
                  <a:gd name="connsiteY5" fmla="*/ 228087 h 255746"/>
                  <a:gd name="connsiteX6" fmla="*/ 27513 w 1289097"/>
                  <a:gd name="connsiteY6" fmla="*/ 255600 h 255746"/>
                  <a:gd name="connsiteX7" fmla="*/ 98449 w 1289097"/>
                  <a:gd name="connsiteY7" fmla="*/ 255600 h 255746"/>
                  <a:gd name="connsiteX8" fmla="*/ 98449 w 1289097"/>
                  <a:gd name="connsiteY8" fmla="*/ 255746 h 255746"/>
                  <a:gd name="connsiteX9" fmla="*/ 1289097 w 1289097"/>
                  <a:gd name="connsiteY9" fmla="*/ 255746 h 255746"/>
                  <a:gd name="connsiteX10" fmla="*/ 1289097 w 1289097"/>
                  <a:gd name="connsiteY10" fmla="*/ 0 h 255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89097" h="255746">
                    <a:moveTo>
                      <a:pt x="1289097" y="0"/>
                    </a:moveTo>
                    <a:lnTo>
                      <a:pt x="366276" y="0"/>
                    </a:lnTo>
                    <a:lnTo>
                      <a:pt x="98449" y="0"/>
                    </a:lnTo>
                    <a:lnTo>
                      <a:pt x="27513" y="0"/>
                    </a:lnTo>
                    <a:cubicBezTo>
                      <a:pt x="12318" y="0"/>
                      <a:pt x="0" y="12318"/>
                      <a:pt x="0" y="27513"/>
                    </a:cubicBezTo>
                    <a:lnTo>
                      <a:pt x="0" y="228087"/>
                    </a:lnTo>
                    <a:cubicBezTo>
                      <a:pt x="0" y="243282"/>
                      <a:pt x="12318" y="255600"/>
                      <a:pt x="27513" y="255600"/>
                    </a:cubicBezTo>
                    <a:lnTo>
                      <a:pt x="98449" y="255600"/>
                    </a:lnTo>
                    <a:lnTo>
                      <a:pt x="98449" y="255746"/>
                    </a:lnTo>
                    <a:lnTo>
                      <a:pt x="1289097" y="255746"/>
                    </a:lnTo>
                    <a:cubicBezTo>
                      <a:pt x="1246285" y="167443"/>
                      <a:pt x="1244033" y="97466"/>
                      <a:pt x="128909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1"/>
              </a:p>
            </p:txBody>
          </p:sp>
        </p:grpSp>
        <p:sp>
          <p:nvSpPr>
            <p:cNvPr id="14" name="자유형: 도형 220">
              <a:extLst>
                <a:ext uri="{FF2B5EF4-FFF2-40B4-BE49-F238E27FC236}">
                  <a16:creationId xmlns:a16="http://schemas.microsoft.com/office/drawing/2014/main" id="{3038A41F-5B04-19F4-0A36-9137B55A73B5}"/>
                </a:ext>
              </a:extLst>
            </p:cNvPr>
            <p:cNvSpPr/>
            <p:nvPr/>
          </p:nvSpPr>
          <p:spPr>
            <a:xfrm>
              <a:off x="9419213" y="5275085"/>
              <a:ext cx="1738952" cy="464583"/>
            </a:xfrm>
            <a:custGeom>
              <a:avLst/>
              <a:gdLst>
                <a:gd name="connsiteX0" fmla="*/ 1364856 w 1466941"/>
                <a:gd name="connsiteY0" fmla="*/ 68150 h 391912"/>
                <a:gd name="connsiteX1" fmla="*/ 1364856 w 1466941"/>
                <a:gd name="connsiteY1" fmla="*/ 323896 h 391912"/>
                <a:gd name="connsiteX2" fmla="*/ 174208 w 1466941"/>
                <a:gd name="connsiteY2" fmla="*/ 323896 h 391912"/>
                <a:gd name="connsiteX3" fmla="*/ 174208 w 1466941"/>
                <a:gd name="connsiteY3" fmla="*/ 323750 h 391912"/>
                <a:gd name="connsiteX4" fmla="*/ 103272 w 1466941"/>
                <a:gd name="connsiteY4" fmla="*/ 323750 h 391912"/>
                <a:gd name="connsiteX5" fmla="*/ 75759 w 1466941"/>
                <a:gd name="connsiteY5" fmla="*/ 296237 h 391912"/>
                <a:gd name="connsiteX6" fmla="*/ 75759 w 1466941"/>
                <a:gd name="connsiteY6" fmla="*/ 95663 h 391912"/>
                <a:gd name="connsiteX7" fmla="*/ 103272 w 1466941"/>
                <a:gd name="connsiteY7" fmla="*/ 68150 h 391912"/>
                <a:gd name="connsiteX8" fmla="*/ 174208 w 1466941"/>
                <a:gd name="connsiteY8" fmla="*/ 68150 h 391912"/>
                <a:gd name="connsiteX9" fmla="*/ 442035 w 1466941"/>
                <a:gd name="connsiteY9" fmla="*/ 68150 h 391912"/>
                <a:gd name="connsiteX10" fmla="*/ 1404882 w 1466941"/>
                <a:gd name="connsiteY10" fmla="*/ 0 h 391912"/>
                <a:gd name="connsiteX11" fmla="*/ 63813 w 1466941"/>
                <a:gd name="connsiteY11" fmla="*/ 0 h 391912"/>
                <a:gd name="connsiteX12" fmla="*/ 0 w 1466941"/>
                <a:gd name="connsiteY12" fmla="*/ 77328 h 391912"/>
                <a:gd name="connsiteX13" fmla="*/ 0 w 1466941"/>
                <a:gd name="connsiteY13" fmla="*/ 314584 h 391912"/>
                <a:gd name="connsiteX14" fmla="*/ 63813 w 1466941"/>
                <a:gd name="connsiteY14" fmla="*/ 391912 h 391912"/>
                <a:gd name="connsiteX15" fmla="*/ 1404882 w 1466941"/>
                <a:gd name="connsiteY15" fmla="*/ 391912 h 391912"/>
                <a:gd name="connsiteX16" fmla="*/ 1450005 w 1466941"/>
                <a:gd name="connsiteY16" fmla="*/ 369263 h 391912"/>
                <a:gd name="connsiteX17" fmla="*/ 1466940 w 1466941"/>
                <a:gd name="connsiteY17" fmla="*/ 319718 h 391912"/>
                <a:gd name="connsiteX18" fmla="*/ 1385452 w 1466941"/>
                <a:gd name="connsiteY18" fmla="*/ 319718 h 391912"/>
                <a:gd name="connsiteX19" fmla="*/ 1364140 w 1466941"/>
                <a:gd name="connsiteY19" fmla="*/ 264245 h 391912"/>
                <a:gd name="connsiteX20" fmla="*/ 1363441 w 1466941"/>
                <a:gd name="connsiteY20" fmla="*/ 127726 h 391912"/>
                <a:gd name="connsiteX21" fmla="*/ 1383686 w 1466941"/>
                <a:gd name="connsiteY21" fmla="*/ 72196 h 391912"/>
                <a:gd name="connsiteX22" fmla="*/ 1466941 w 1466941"/>
                <a:gd name="connsiteY22" fmla="*/ 72196 h 391912"/>
                <a:gd name="connsiteX23" fmla="*/ 1450005 w 1466941"/>
                <a:gd name="connsiteY23" fmla="*/ 22649 h 391912"/>
                <a:gd name="connsiteX24" fmla="*/ 1404882 w 1466941"/>
                <a:gd name="connsiteY24" fmla="*/ 0 h 39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66941" h="391912">
                  <a:moveTo>
                    <a:pt x="1364856" y="68150"/>
                  </a:moveTo>
                  <a:cubicBezTo>
                    <a:pt x="1319792" y="165616"/>
                    <a:pt x="1322044" y="235593"/>
                    <a:pt x="1364856" y="323896"/>
                  </a:cubicBezTo>
                  <a:lnTo>
                    <a:pt x="174208" y="323896"/>
                  </a:lnTo>
                  <a:lnTo>
                    <a:pt x="174208" y="323750"/>
                  </a:lnTo>
                  <a:lnTo>
                    <a:pt x="103272" y="323750"/>
                  </a:lnTo>
                  <a:cubicBezTo>
                    <a:pt x="88077" y="323750"/>
                    <a:pt x="75759" y="311432"/>
                    <a:pt x="75759" y="296237"/>
                  </a:cubicBezTo>
                  <a:lnTo>
                    <a:pt x="75759" y="95663"/>
                  </a:lnTo>
                  <a:cubicBezTo>
                    <a:pt x="75759" y="80468"/>
                    <a:pt x="88077" y="68150"/>
                    <a:pt x="103272" y="68150"/>
                  </a:cubicBezTo>
                  <a:lnTo>
                    <a:pt x="174208" y="68150"/>
                  </a:lnTo>
                  <a:lnTo>
                    <a:pt x="442035" y="68150"/>
                  </a:lnTo>
                  <a:close/>
                  <a:moveTo>
                    <a:pt x="1404882" y="0"/>
                  </a:moveTo>
                  <a:lnTo>
                    <a:pt x="63813" y="0"/>
                  </a:lnTo>
                  <a:cubicBezTo>
                    <a:pt x="28570" y="0"/>
                    <a:pt x="0" y="34621"/>
                    <a:pt x="0" y="77328"/>
                  </a:cubicBezTo>
                  <a:lnTo>
                    <a:pt x="0" y="314584"/>
                  </a:lnTo>
                  <a:cubicBezTo>
                    <a:pt x="0" y="357291"/>
                    <a:pt x="28570" y="391912"/>
                    <a:pt x="63813" y="391912"/>
                  </a:cubicBezTo>
                  <a:lnTo>
                    <a:pt x="1404882" y="391912"/>
                  </a:lnTo>
                  <a:cubicBezTo>
                    <a:pt x="1422504" y="391912"/>
                    <a:pt x="1438457" y="383257"/>
                    <a:pt x="1450005" y="369263"/>
                  </a:cubicBezTo>
                  <a:lnTo>
                    <a:pt x="1466940" y="319718"/>
                  </a:lnTo>
                  <a:lnTo>
                    <a:pt x="1385452" y="319718"/>
                  </a:lnTo>
                  <a:lnTo>
                    <a:pt x="1364140" y="264245"/>
                  </a:lnTo>
                  <a:cubicBezTo>
                    <a:pt x="1351928" y="218950"/>
                    <a:pt x="1351384" y="175552"/>
                    <a:pt x="1363441" y="127726"/>
                  </a:cubicBezTo>
                  <a:lnTo>
                    <a:pt x="1383686" y="72196"/>
                  </a:lnTo>
                  <a:lnTo>
                    <a:pt x="1466941" y="72196"/>
                  </a:lnTo>
                  <a:lnTo>
                    <a:pt x="1450005" y="22649"/>
                  </a:lnTo>
                  <a:cubicBezTo>
                    <a:pt x="1438457" y="8656"/>
                    <a:pt x="1422504" y="0"/>
                    <a:pt x="140488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1"/>
            </a:p>
          </p:txBody>
        </p:sp>
        <p:sp>
          <p:nvSpPr>
            <p:cNvPr id="15" name="자유형: 도형 221">
              <a:extLst>
                <a:ext uri="{FF2B5EF4-FFF2-40B4-BE49-F238E27FC236}">
                  <a16:creationId xmlns:a16="http://schemas.microsoft.com/office/drawing/2014/main" id="{77653ED2-D3EC-FCAF-1952-F6F556616A2D}"/>
                </a:ext>
              </a:extLst>
            </p:cNvPr>
            <p:cNvSpPr/>
            <p:nvPr/>
          </p:nvSpPr>
          <p:spPr>
            <a:xfrm>
              <a:off x="9289093" y="4816295"/>
              <a:ext cx="1738952" cy="464583"/>
            </a:xfrm>
            <a:custGeom>
              <a:avLst/>
              <a:gdLst>
                <a:gd name="connsiteX0" fmla="*/ 1364856 w 1466941"/>
                <a:gd name="connsiteY0" fmla="*/ 68150 h 391912"/>
                <a:gd name="connsiteX1" fmla="*/ 1364856 w 1466941"/>
                <a:gd name="connsiteY1" fmla="*/ 323896 h 391912"/>
                <a:gd name="connsiteX2" fmla="*/ 174208 w 1466941"/>
                <a:gd name="connsiteY2" fmla="*/ 323896 h 391912"/>
                <a:gd name="connsiteX3" fmla="*/ 174208 w 1466941"/>
                <a:gd name="connsiteY3" fmla="*/ 323750 h 391912"/>
                <a:gd name="connsiteX4" fmla="*/ 103272 w 1466941"/>
                <a:gd name="connsiteY4" fmla="*/ 323750 h 391912"/>
                <a:gd name="connsiteX5" fmla="*/ 75759 w 1466941"/>
                <a:gd name="connsiteY5" fmla="*/ 296237 h 391912"/>
                <a:gd name="connsiteX6" fmla="*/ 75759 w 1466941"/>
                <a:gd name="connsiteY6" fmla="*/ 95663 h 391912"/>
                <a:gd name="connsiteX7" fmla="*/ 103272 w 1466941"/>
                <a:gd name="connsiteY7" fmla="*/ 68150 h 391912"/>
                <a:gd name="connsiteX8" fmla="*/ 174208 w 1466941"/>
                <a:gd name="connsiteY8" fmla="*/ 68150 h 391912"/>
                <a:gd name="connsiteX9" fmla="*/ 442035 w 1466941"/>
                <a:gd name="connsiteY9" fmla="*/ 68150 h 391912"/>
                <a:gd name="connsiteX10" fmla="*/ 1404882 w 1466941"/>
                <a:gd name="connsiteY10" fmla="*/ 0 h 391912"/>
                <a:gd name="connsiteX11" fmla="*/ 63813 w 1466941"/>
                <a:gd name="connsiteY11" fmla="*/ 0 h 391912"/>
                <a:gd name="connsiteX12" fmla="*/ 0 w 1466941"/>
                <a:gd name="connsiteY12" fmla="*/ 77328 h 391912"/>
                <a:gd name="connsiteX13" fmla="*/ 0 w 1466941"/>
                <a:gd name="connsiteY13" fmla="*/ 314584 h 391912"/>
                <a:gd name="connsiteX14" fmla="*/ 63813 w 1466941"/>
                <a:gd name="connsiteY14" fmla="*/ 391912 h 391912"/>
                <a:gd name="connsiteX15" fmla="*/ 1404882 w 1466941"/>
                <a:gd name="connsiteY15" fmla="*/ 391912 h 391912"/>
                <a:gd name="connsiteX16" fmla="*/ 1450005 w 1466941"/>
                <a:gd name="connsiteY16" fmla="*/ 369263 h 391912"/>
                <a:gd name="connsiteX17" fmla="*/ 1466940 w 1466941"/>
                <a:gd name="connsiteY17" fmla="*/ 319718 h 391912"/>
                <a:gd name="connsiteX18" fmla="*/ 1385452 w 1466941"/>
                <a:gd name="connsiteY18" fmla="*/ 319718 h 391912"/>
                <a:gd name="connsiteX19" fmla="*/ 1364140 w 1466941"/>
                <a:gd name="connsiteY19" fmla="*/ 264245 h 391912"/>
                <a:gd name="connsiteX20" fmla="*/ 1363441 w 1466941"/>
                <a:gd name="connsiteY20" fmla="*/ 127726 h 391912"/>
                <a:gd name="connsiteX21" fmla="*/ 1383686 w 1466941"/>
                <a:gd name="connsiteY21" fmla="*/ 72196 h 391912"/>
                <a:gd name="connsiteX22" fmla="*/ 1466941 w 1466941"/>
                <a:gd name="connsiteY22" fmla="*/ 72196 h 391912"/>
                <a:gd name="connsiteX23" fmla="*/ 1450005 w 1466941"/>
                <a:gd name="connsiteY23" fmla="*/ 22649 h 391912"/>
                <a:gd name="connsiteX24" fmla="*/ 1404882 w 1466941"/>
                <a:gd name="connsiteY24" fmla="*/ 0 h 39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66941" h="391912">
                  <a:moveTo>
                    <a:pt x="1364856" y="68150"/>
                  </a:moveTo>
                  <a:cubicBezTo>
                    <a:pt x="1319792" y="165616"/>
                    <a:pt x="1322044" y="235593"/>
                    <a:pt x="1364856" y="323896"/>
                  </a:cubicBezTo>
                  <a:lnTo>
                    <a:pt x="174208" y="323896"/>
                  </a:lnTo>
                  <a:lnTo>
                    <a:pt x="174208" y="323750"/>
                  </a:lnTo>
                  <a:lnTo>
                    <a:pt x="103272" y="323750"/>
                  </a:lnTo>
                  <a:cubicBezTo>
                    <a:pt x="88077" y="323750"/>
                    <a:pt x="75759" y="311432"/>
                    <a:pt x="75759" y="296237"/>
                  </a:cubicBezTo>
                  <a:lnTo>
                    <a:pt x="75759" y="95663"/>
                  </a:lnTo>
                  <a:cubicBezTo>
                    <a:pt x="75759" y="80468"/>
                    <a:pt x="88077" y="68150"/>
                    <a:pt x="103272" y="68150"/>
                  </a:cubicBezTo>
                  <a:lnTo>
                    <a:pt x="174208" y="68150"/>
                  </a:lnTo>
                  <a:lnTo>
                    <a:pt x="442035" y="68150"/>
                  </a:lnTo>
                  <a:close/>
                  <a:moveTo>
                    <a:pt x="1404882" y="0"/>
                  </a:moveTo>
                  <a:lnTo>
                    <a:pt x="63813" y="0"/>
                  </a:lnTo>
                  <a:cubicBezTo>
                    <a:pt x="28570" y="0"/>
                    <a:pt x="0" y="34621"/>
                    <a:pt x="0" y="77328"/>
                  </a:cubicBezTo>
                  <a:lnTo>
                    <a:pt x="0" y="314584"/>
                  </a:lnTo>
                  <a:cubicBezTo>
                    <a:pt x="0" y="357291"/>
                    <a:pt x="28570" y="391912"/>
                    <a:pt x="63813" y="391912"/>
                  </a:cubicBezTo>
                  <a:lnTo>
                    <a:pt x="1404882" y="391912"/>
                  </a:lnTo>
                  <a:cubicBezTo>
                    <a:pt x="1422504" y="391912"/>
                    <a:pt x="1438457" y="383257"/>
                    <a:pt x="1450005" y="369263"/>
                  </a:cubicBezTo>
                  <a:lnTo>
                    <a:pt x="1466940" y="319718"/>
                  </a:lnTo>
                  <a:lnTo>
                    <a:pt x="1385452" y="319718"/>
                  </a:lnTo>
                  <a:lnTo>
                    <a:pt x="1364140" y="264245"/>
                  </a:lnTo>
                  <a:cubicBezTo>
                    <a:pt x="1351928" y="218950"/>
                    <a:pt x="1351384" y="175552"/>
                    <a:pt x="1363441" y="127726"/>
                  </a:cubicBezTo>
                  <a:lnTo>
                    <a:pt x="1383686" y="72196"/>
                  </a:lnTo>
                  <a:lnTo>
                    <a:pt x="1466941" y="72196"/>
                  </a:lnTo>
                  <a:lnTo>
                    <a:pt x="1450005" y="22649"/>
                  </a:lnTo>
                  <a:cubicBezTo>
                    <a:pt x="1438457" y="8656"/>
                    <a:pt x="1422504" y="0"/>
                    <a:pt x="140488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1"/>
            </a:p>
          </p:txBody>
        </p:sp>
        <p:sp>
          <p:nvSpPr>
            <p:cNvPr id="19" name="자유형: 도형 222">
              <a:extLst>
                <a:ext uri="{FF2B5EF4-FFF2-40B4-BE49-F238E27FC236}">
                  <a16:creationId xmlns:a16="http://schemas.microsoft.com/office/drawing/2014/main" id="{887CC555-2167-3A3B-C8E2-0566CFDF2898}"/>
                </a:ext>
              </a:extLst>
            </p:cNvPr>
            <p:cNvSpPr/>
            <p:nvPr/>
          </p:nvSpPr>
          <p:spPr>
            <a:xfrm>
              <a:off x="9498519" y="4348815"/>
              <a:ext cx="1738952" cy="464583"/>
            </a:xfrm>
            <a:custGeom>
              <a:avLst/>
              <a:gdLst>
                <a:gd name="connsiteX0" fmla="*/ 1364856 w 1466941"/>
                <a:gd name="connsiteY0" fmla="*/ 68150 h 391912"/>
                <a:gd name="connsiteX1" fmla="*/ 1364856 w 1466941"/>
                <a:gd name="connsiteY1" fmla="*/ 323896 h 391912"/>
                <a:gd name="connsiteX2" fmla="*/ 174208 w 1466941"/>
                <a:gd name="connsiteY2" fmla="*/ 323896 h 391912"/>
                <a:gd name="connsiteX3" fmla="*/ 174208 w 1466941"/>
                <a:gd name="connsiteY3" fmla="*/ 323750 h 391912"/>
                <a:gd name="connsiteX4" fmla="*/ 103272 w 1466941"/>
                <a:gd name="connsiteY4" fmla="*/ 323750 h 391912"/>
                <a:gd name="connsiteX5" fmla="*/ 75759 w 1466941"/>
                <a:gd name="connsiteY5" fmla="*/ 296237 h 391912"/>
                <a:gd name="connsiteX6" fmla="*/ 75759 w 1466941"/>
                <a:gd name="connsiteY6" fmla="*/ 95663 h 391912"/>
                <a:gd name="connsiteX7" fmla="*/ 103272 w 1466941"/>
                <a:gd name="connsiteY7" fmla="*/ 68150 h 391912"/>
                <a:gd name="connsiteX8" fmla="*/ 174208 w 1466941"/>
                <a:gd name="connsiteY8" fmla="*/ 68150 h 391912"/>
                <a:gd name="connsiteX9" fmla="*/ 442035 w 1466941"/>
                <a:gd name="connsiteY9" fmla="*/ 68150 h 391912"/>
                <a:gd name="connsiteX10" fmla="*/ 1404882 w 1466941"/>
                <a:gd name="connsiteY10" fmla="*/ 0 h 391912"/>
                <a:gd name="connsiteX11" fmla="*/ 63813 w 1466941"/>
                <a:gd name="connsiteY11" fmla="*/ 0 h 391912"/>
                <a:gd name="connsiteX12" fmla="*/ 0 w 1466941"/>
                <a:gd name="connsiteY12" fmla="*/ 77328 h 391912"/>
                <a:gd name="connsiteX13" fmla="*/ 0 w 1466941"/>
                <a:gd name="connsiteY13" fmla="*/ 314584 h 391912"/>
                <a:gd name="connsiteX14" fmla="*/ 63813 w 1466941"/>
                <a:gd name="connsiteY14" fmla="*/ 391912 h 391912"/>
                <a:gd name="connsiteX15" fmla="*/ 1404882 w 1466941"/>
                <a:gd name="connsiteY15" fmla="*/ 391912 h 391912"/>
                <a:gd name="connsiteX16" fmla="*/ 1450005 w 1466941"/>
                <a:gd name="connsiteY16" fmla="*/ 369263 h 391912"/>
                <a:gd name="connsiteX17" fmla="*/ 1466940 w 1466941"/>
                <a:gd name="connsiteY17" fmla="*/ 319718 h 391912"/>
                <a:gd name="connsiteX18" fmla="*/ 1385452 w 1466941"/>
                <a:gd name="connsiteY18" fmla="*/ 319718 h 391912"/>
                <a:gd name="connsiteX19" fmla="*/ 1364140 w 1466941"/>
                <a:gd name="connsiteY19" fmla="*/ 264245 h 391912"/>
                <a:gd name="connsiteX20" fmla="*/ 1363441 w 1466941"/>
                <a:gd name="connsiteY20" fmla="*/ 127726 h 391912"/>
                <a:gd name="connsiteX21" fmla="*/ 1383686 w 1466941"/>
                <a:gd name="connsiteY21" fmla="*/ 72196 h 391912"/>
                <a:gd name="connsiteX22" fmla="*/ 1466941 w 1466941"/>
                <a:gd name="connsiteY22" fmla="*/ 72196 h 391912"/>
                <a:gd name="connsiteX23" fmla="*/ 1450005 w 1466941"/>
                <a:gd name="connsiteY23" fmla="*/ 22649 h 391912"/>
                <a:gd name="connsiteX24" fmla="*/ 1404882 w 1466941"/>
                <a:gd name="connsiteY24" fmla="*/ 0 h 39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66941" h="391912">
                  <a:moveTo>
                    <a:pt x="1364856" y="68150"/>
                  </a:moveTo>
                  <a:cubicBezTo>
                    <a:pt x="1319792" y="165616"/>
                    <a:pt x="1322044" y="235593"/>
                    <a:pt x="1364856" y="323896"/>
                  </a:cubicBezTo>
                  <a:lnTo>
                    <a:pt x="174208" y="323896"/>
                  </a:lnTo>
                  <a:lnTo>
                    <a:pt x="174208" y="323750"/>
                  </a:lnTo>
                  <a:lnTo>
                    <a:pt x="103272" y="323750"/>
                  </a:lnTo>
                  <a:cubicBezTo>
                    <a:pt x="88077" y="323750"/>
                    <a:pt x="75759" y="311432"/>
                    <a:pt x="75759" y="296237"/>
                  </a:cubicBezTo>
                  <a:lnTo>
                    <a:pt x="75759" y="95663"/>
                  </a:lnTo>
                  <a:cubicBezTo>
                    <a:pt x="75759" y="80468"/>
                    <a:pt x="88077" y="68150"/>
                    <a:pt x="103272" y="68150"/>
                  </a:cubicBezTo>
                  <a:lnTo>
                    <a:pt x="174208" y="68150"/>
                  </a:lnTo>
                  <a:lnTo>
                    <a:pt x="442035" y="68150"/>
                  </a:lnTo>
                  <a:close/>
                  <a:moveTo>
                    <a:pt x="1404882" y="0"/>
                  </a:moveTo>
                  <a:lnTo>
                    <a:pt x="63813" y="0"/>
                  </a:lnTo>
                  <a:cubicBezTo>
                    <a:pt x="28570" y="0"/>
                    <a:pt x="0" y="34621"/>
                    <a:pt x="0" y="77328"/>
                  </a:cubicBezTo>
                  <a:lnTo>
                    <a:pt x="0" y="314584"/>
                  </a:lnTo>
                  <a:cubicBezTo>
                    <a:pt x="0" y="357291"/>
                    <a:pt x="28570" y="391912"/>
                    <a:pt x="63813" y="391912"/>
                  </a:cubicBezTo>
                  <a:lnTo>
                    <a:pt x="1404882" y="391912"/>
                  </a:lnTo>
                  <a:cubicBezTo>
                    <a:pt x="1422504" y="391912"/>
                    <a:pt x="1438457" y="383257"/>
                    <a:pt x="1450005" y="369263"/>
                  </a:cubicBezTo>
                  <a:lnTo>
                    <a:pt x="1466940" y="319718"/>
                  </a:lnTo>
                  <a:lnTo>
                    <a:pt x="1385452" y="319718"/>
                  </a:lnTo>
                  <a:lnTo>
                    <a:pt x="1364140" y="264245"/>
                  </a:lnTo>
                  <a:cubicBezTo>
                    <a:pt x="1351928" y="218950"/>
                    <a:pt x="1351384" y="175552"/>
                    <a:pt x="1363441" y="127726"/>
                  </a:cubicBezTo>
                  <a:lnTo>
                    <a:pt x="1383686" y="72196"/>
                  </a:lnTo>
                  <a:lnTo>
                    <a:pt x="1466941" y="72196"/>
                  </a:lnTo>
                  <a:lnTo>
                    <a:pt x="1450005" y="22649"/>
                  </a:lnTo>
                  <a:cubicBezTo>
                    <a:pt x="1438457" y="8656"/>
                    <a:pt x="1422504" y="0"/>
                    <a:pt x="1404882"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1"/>
            </a:p>
          </p:txBody>
        </p:sp>
        <p:sp>
          <p:nvSpPr>
            <p:cNvPr id="20" name="자유형: 도형 223">
              <a:extLst>
                <a:ext uri="{FF2B5EF4-FFF2-40B4-BE49-F238E27FC236}">
                  <a16:creationId xmlns:a16="http://schemas.microsoft.com/office/drawing/2014/main" id="{9CD752F4-5A85-2516-80FE-03B2E3BE2052}"/>
                </a:ext>
              </a:extLst>
            </p:cNvPr>
            <p:cNvSpPr/>
            <p:nvPr/>
          </p:nvSpPr>
          <p:spPr>
            <a:xfrm>
              <a:off x="9433519" y="3885458"/>
              <a:ext cx="1738952" cy="464583"/>
            </a:xfrm>
            <a:custGeom>
              <a:avLst/>
              <a:gdLst>
                <a:gd name="connsiteX0" fmla="*/ 1364856 w 1466941"/>
                <a:gd name="connsiteY0" fmla="*/ 68150 h 391912"/>
                <a:gd name="connsiteX1" fmla="*/ 1364856 w 1466941"/>
                <a:gd name="connsiteY1" fmla="*/ 323896 h 391912"/>
                <a:gd name="connsiteX2" fmla="*/ 174208 w 1466941"/>
                <a:gd name="connsiteY2" fmla="*/ 323896 h 391912"/>
                <a:gd name="connsiteX3" fmla="*/ 174208 w 1466941"/>
                <a:gd name="connsiteY3" fmla="*/ 323750 h 391912"/>
                <a:gd name="connsiteX4" fmla="*/ 103272 w 1466941"/>
                <a:gd name="connsiteY4" fmla="*/ 323750 h 391912"/>
                <a:gd name="connsiteX5" fmla="*/ 75759 w 1466941"/>
                <a:gd name="connsiteY5" fmla="*/ 296237 h 391912"/>
                <a:gd name="connsiteX6" fmla="*/ 75759 w 1466941"/>
                <a:gd name="connsiteY6" fmla="*/ 95663 h 391912"/>
                <a:gd name="connsiteX7" fmla="*/ 103272 w 1466941"/>
                <a:gd name="connsiteY7" fmla="*/ 68150 h 391912"/>
                <a:gd name="connsiteX8" fmla="*/ 174208 w 1466941"/>
                <a:gd name="connsiteY8" fmla="*/ 68150 h 391912"/>
                <a:gd name="connsiteX9" fmla="*/ 442035 w 1466941"/>
                <a:gd name="connsiteY9" fmla="*/ 68150 h 391912"/>
                <a:gd name="connsiteX10" fmla="*/ 1404882 w 1466941"/>
                <a:gd name="connsiteY10" fmla="*/ 0 h 391912"/>
                <a:gd name="connsiteX11" fmla="*/ 63813 w 1466941"/>
                <a:gd name="connsiteY11" fmla="*/ 0 h 391912"/>
                <a:gd name="connsiteX12" fmla="*/ 0 w 1466941"/>
                <a:gd name="connsiteY12" fmla="*/ 77328 h 391912"/>
                <a:gd name="connsiteX13" fmla="*/ 0 w 1466941"/>
                <a:gd name="connsiteY13" fmla="*/ 314584 h 391912"/>
                <a:gd name="connsiteX14" fmla="*/ 63813 w 1466941"/>
                <a:gd name="connsiteY14" fmla="*/ 391912 h 391912"/>
                <a:gd name="connsiteX15" fmla="*/ 1404882 w 1466941"/>
                <a:gd name="connsiteY15" fmla="*/ 391912 h 391912"/>
                <a:gd name="connsiteX16" fmla="*/ 1450005 w 1466941"/>
                <a:gd name="connsiteY16" fmla="*/ 369263 h 391912"/>
                <a:gd name="connsiteX17" fmla="*/ 1466940 w 1466941"/>
                <a:gd name="connsiteY17" fmla="*/ 319718 h 391912"/>
                <a:gd name="connsiteX18" fmla="*/ 1385452 w 1466941"/>
                <a:gd name="connsiteY18" fmla="*/ 319718 h 391912"/>
                <a:gd name="connsiteX19" fmla="*/ 1364140 w 1466941"/>
                <a:gd name="connsiteY19" fmla="*/ 264245 h 391912"/>
                <a:gd name="connsiteX20" fmla="*/ 1363441 w 1466941"/>
                <a:gd name="connsiteY20" fmla="*/ 127726 h 391912"/>
                <a:gd name="connsiteX21" fmla="*/ 1383686 w 1466941"/>
                <a:gd name="connsiteY21" fmla="*/ 72196 h 391912"/>
                <a:gd name="connsiteX22" fmla="*/ 1466941 w 1466941"/>
                <a:gd name="connsiteY22" fmla="*/ 72196 h 391912"/>
                <a:gd name="connsiteX23" fmla="*/ 1450005 w 1466941"/>
                <a:gd name="connsiteY23" fmla="*/ 22649 h 391912"/>
                <a:gd name="connsiteX24" fmla="*/ 1404882 w 1466941"/>
                <a:gd name="connsiteY24" fmla="*/ 0 h 39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66941" h="391912">
                  <a:moveTo>
                    <a:pt x="1364856" y="68150"/>
                  </a:moveTo>
                  <a:cubicBezTo>
                    <a:pt x="1319792" y="165616"/>
                    <a:pt x="1322044" y="235593"/>
                    <a:pt x="1364856" y="323896"/>
                  </a:cubicBezTo>
                  <a:lnTo>
                    <a:pt x="174208" y="323896"/>
                  </a:lnTo>
                  <a:lnTo>
                    <a:pt x="174208" y="323750"/>
                  </a:lnTo>
                  <a:lnTo>
                    <a:pt x="103272" y="323750"/>
                  </a:lnTo>
                  <a:cubicBezTo>
                    <a:pt x="88077" y="323750"/>
                    <a:pt x="75759" y="311432"/>
                    <a:pt x="75759" y="296237"/>
                  </a:cubicBezTo>
                  <a:lnTo>
                    <a:pt x="75759" y="95663"/>
                  </a:lnTo>
                  <a:cubicBezTo>
                    <a:pt x="75759" y="80468"/>
                    <a:pt x="88077" y="68150"/>
                    <a:pt x="103272" y="68150"/>
                  </a:cubicBezTo>
                  <a:lnTo>
                    <a:pt x="174208" y="68150"/>
                  </a:lnTo>
                  <a:lnTo>
                    <a:pt x="442035" y="68150"/>
                  </a:lnTo>
                  <a:close/>
                  <a:moveTo>
                    <a:pt x="1404882" y="0"/>
                  </a:moveTo>
                  <a:lnTo>
                    <a:pt x="63813" y="0"/>
                  </a:lnTo>
                  <a:cubicBezTo>
                    <a:pt x="28570" y="0"/>
                    <a:pt x="0" y="34621"/>
                    <a:pt x="0" y="77328"/>
                  </a:cubicBezTo>
                  <a:lnTo>
                    <a:pt x="0" y="314584"/>
                  </a:lnTo>
                  <a:cubicBezTo>
                    <a:pt x="0" y="357291"/>
                    <a:pt x="28570" y="391912"/>
                    <a:pt x="63813" y="391912"/>
                  </a:cubicBezTo>
                  <a:lnTo>
                    <a:pt x="1404882" y="391912"/>
                  </a:lnTo>
                  <a:cubicBezTo>
                    <a:pt x="1422504" y="391912"/>
                    <a:pt x="1438457" y="383257"/>
                    <a:pt x="1450005" y="369263"/>
                  </a:cubicBezTo>
                  <a:lnTo>
                    <a:pt x="1466940" y="319718"/>
                  </a:lnTo>
                  <a:lnTo>
                    <a:pt x="1385452" y="319718"/>
                  </a:lnTo>
                  <a:lnTo>
                    <a:pt x="1364140" y="264245"/>
                  </a:lnTo>
                  <a:cubicBezTo>
                    <a:pt x="1351928" y="218950"/>
                    <a:pt x="1351384" y="175552"/>
                    <a:pt x="1363441" y="127726"/>
                  </a:cubicBezTo>
                  <a:lnTo>
                    <a:pt x="1383686" y="72196"/>
                  </a:lnTo>
                  <a:lnTo>
                    <a:pt x="1466941" y="72196"/>
                  </a:lnTo>
                  <a:lnTo>
                    <a:pt x="1450005" y="22649"/>
                  </a:lnTo>
                  <a:cubicBezTo>
                    <a:pt x="1438457" y="8656"/>
                    <a:pt x="1422504" y="0"/>
                    <a:pt x="1404882"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1"/>
            </a:p>
          </p:txBody>
        </p:sp>
        <p:sp>
          <p:nvSpPr>
            <p:cNvPr id="21" name="자유형: 도형 224">
              <a:extLst>
                <a:ext uri="{FF2B5EF4-FFF2-40B4-BE49-F238E27FC236}">
                  <a16:creationId xmlns:a16="http://schemas.microsoft.com/office/drawing/2014/main" id="{FF2106AE-EE24-CC1C-75B1-1AA23A9B358C}"/>
                </a:ext>
              </a:extLst>
            </p:cNvPr>
            <p:cNvSpPr/>
            <p:nvPr/>
          </p:nvSpPr>
          <p:spPr>
            <a:xfrm>
              <a:off x="9318648" y="3424490"/>
              <a:ext cx="1738952" cy="464583"/>
            </a:xfrm>
            <a:custGeom>
              <a:avLst/>
              <a:gdLst>
                <a:gd name="connsiteX0" fmla="*/ 1364856 w 1466941"/>
                <a:gd name="connsiteY0" fmla="*/ 68150 h 391912"/>
                <a:gd name="connsiteX1" fmla="*/ 1364856 w 1466941"/>
                <a:gd name="connsiteY1" fmla="*/ 323896 h 391912"/>
                <a:gd name="connsiteX2" fmla="*/ 174208 w 1466941"/>
                <a:gd name="connsiteY2" fmla="*/ 323896 h 391912"/>
                <a:gd name="connsiteX3" fmla="*/ 174208 w 1466941"/>
                <a:gd name="connsiteY3" fmla="*/ 323750 h 391912"/>
                <a:gd name="connsiteX4" fmla="*/ 103272 w 1466941"/>
                <a:gd name="connsiteY4" fmla="*/ 323750 h 391912"/>
                <a:gd name="connsiteX5" fmla="*/ 75759 w 1466941"/>
                <a:gd name="connsiteY5" fmla="*/ 296237 h 391912"/>
                <a:gd name="connsiteX6" fmla="*/ 75759 w 1466941"/>
                <a:gd name="connsiteY6" fmla="*/ 95663 h 391912"/>
                <a:gd name="connsiteX7" fmla="*/ 103272 w 1466941"/>
                <a:gd name="connsiteY7" fmla="*/ 68150 h 391912"/>
                <a:gd name="connsiteX8" fmla="*/ 174208 w 1466941"/>
                <a:gd name="connsiteY8" fmla="*/ 68150 h 391912"/>
                <a:gd name="connsiteX9" fmla="*/ 442035 w 1466941"/>
                <a:gd name="connsiteY9" fmla="*/ 68150 h 391912"/>
                <a:gd name="connsiteX10" fmla="*/ 1404882 w 1466941"/>
                <a:gd name="connsiteY10" fmla="*/ 0 h 391912"/>
                <a:gd name="connsiteX11" fmla="*/ 63813 w 1466941"/>
                <a:gd name="connsiteY11" fmla="*/ 0 h 391912"/>
                <a:gd name="connsiteX12" fmla="*/ 0 w 1466941"/>
                <a:gd name="connsiteY12" fmla="*/ 77328 h 391912"/>
                <a:gd name="connsiteX13" fmla="*/ 0 w 1466941"/>
                <a:gd name="connsiteY13" fmla="*/ 314584 h 391912"/>
                <a:gd name="connsiteX14" fmla="*/ 63813 w 1466941"/>
                <a:gd name="connsiteY14" fmla="*/ 391912 h 391912"/>
                <a:gd name="connsiteX15" fmla="*/ 1404882 w 1466941"/>
                <a:gd name="connsiteY15" fmla="*/ 391912 h 391912"/>
                <a:gd name="connsiteX16" fmla="*/ 1450005 w 1466941"/>
                <a:gd name="connsiteY16" fmla="*/ 369263 h 391912"/>
                <a:gd name="connsiteX17" fmla="*/ 1466940 w 1466941"/>
                <a:gd name="connsiteY17" fmla="*/ 319718 h 391912"/>
                <a:gd name="connsiteX18" fmla="*/ 1385452 w 1466941"/>
                <a:gd name="connsiteY18" fmla="*/ 319718 h 391912"/>
                <a:gd name="connsiteX19" fmla="*/ 1364140 w 1466941"/>
                <a:gd name="connsiteY19" fmla="*/ 264245 h 391912"/>
                <a:gd name="connsiteX20" fmla="*/ 1363441 w 1466941"/>
                <a:gd name="connsiteY20" fmla="*/ 127726 h 391912"/>
                <a:gd name="connsiteX21" fmla="*/ 1383686 w 1466941"/>
                <a:gd name="connsiteY21" fmla="*/ 72196 h 391912"/>
                <a:gd name="connsiteX22" fmla="*/ 1466941 w 1466941"/>
                <a:gd name="connsiteY22" fmla="*/ 72196 h 391912"/>
                <a:gd name="connsiteX23" fmla="*/ 1450005 w 1466941"/>
                <a:gd name="connsiteY23" fmla="*/ 22649 h 391912"/>
                <a:gd name="connsiteX24" fmla="*/ 1404882 w 1466941"/>
                <a:gd name="connsiteY24" fmla="*/ 0 h 39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66941" h="391912">
                  <a:moveTo>
                    <a:pt x="1364856" y="68150"/>
                  </a:moveTo>
                  <a:cubicBezTo>
                    <a:pt x="1319792" y="165616"/>
                    <a:pt x="1322044" y="235593"/>
                    <a:pt x="1364856" y="323896"/>
                  </a:cubicBezTo>
                  <a:lnTo>
                    <a:pt x="174208" y="323896"/>
                  </a:lnTo>
                  <a:lnTo>
                    <a:pt x="174208" y="323750"/>
                  </a:lnTo>
                  <a:lnTo>
                    <a:pt x="103272" y="323750"/>
                  </a:lnTo>
                  <a:cubicBezTo>
                    <a:pt x="88077" y="323750"/>
                    <a:pt x="75759" y="311432"/>
                    <a:pt x="75759" y="296237"/>
                  </a:cubicBezTo>
                  <a:lnTo>
                    <a:pt x="75759" y="95663"/>
                  </a:lnTo>
                  <a:cubicBezTo>
                    <a:pt x="75759" y="80468"/>
                    <a:pt x="88077" y="68150"/>
                    <a:pt x="103272" y="68150"/>
                  </a:cubicBezTo>
                  <a:lnTo>
                    <a:pt x="174208" y="68150"/>
                  </a:lnTo>
                  <a:lnTo>
                    <a:pt x="442035" y="68150"/>
                  </a:lnTo>
                  <a:close/>
                  <a:moveTo>
                    <a:pt x="1404882" y="0"/>
                  </a:moveTo>
                  <a:lnTo>
                    <a:pt x="63813" y="0"/>
                  </a:lnTo>
                  <a:cubicBezTo>
                    <a:pt x="28570" y="0"/>
                    <a:pt x="0" y="34621"/>
                    <a:pt x="0" y="77328"/>
                  </a:cubicBezTo>
                  <a:lnTo>
                    <a:pt x="0" y="314584"/>
                  </a:lnTo>
                  <a:cubicBezTo>
                    <a:pt x="0" y="357291"/>
                    <a:pt x="28570" y="391912"/>
                    <a:pt x="63813" y="391912"/>
                  </a:cubicBezTo>
                  <a:lnTo>
                    <a:pt x="1404882" y="391912"/>
                  </a:lnTo>
                  <a:cubicBezTo>
                    <a:pt x="1422504" y="391912"/>
                    <a:pt x="1438457" y="383257"/>
                    <a:pt x="1450005" y="369263"/>
                  </a:cubicBezTo>
                  <a:lnTo>
                    <a:pt x="1466940" y="319718"/>
                  </a:lnTo>
                  <a:lnTo>
                    <a:pt x="1385452" y="319718"/>
                  </a:lnTo>
                  <a:lnTo>
                    <a:pt x="1364140" y="264245"/>
                  </a:lnTo>
                  <a:cubicBezTo>
                    <a:pt x="1351928" y="218950"/>
                    <a:pt x="1351384" y="175552"/>
                    <a:pt x="1363441" y="127726"/>
                  </a:cubicBezTo>
                  <a:lnTo>
                    <a:pt x="1383686" y="72196"/>
                  </a:lnTo>
                  <a:lnTo>
                    <a:pt x="1466941" y="72196"/>
                  </a:lnTo>
                  <a:lnTo>
                    <a:pt x="1450005" y="22649"/>
                  </a:lnTo>
                  <a:cubicBezTo>
                    <a:pt x="1438457" y="8656"/>
                    <a:pt x="1422504" y="0"/>
                    <a:pt x="1404882"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sz="2701"/>
            </a:p>
          </p:txBody>
        </p:sp>
      </p:grpSp>
    </p:spTree>
    <p:extLst>
      <p:ext uri="{BB962C8B-B14F-4D97-AF65-F5344CB8AC3E}">
        <p14:creationId xmlns:p14="http://schemas.microsoft.com/office/powerpoint/2010/main" val="999596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8064C-F88B-AE93-F645-4B63E670F2D9}"/>
            </a:ext>
          </a:extLst>
        </p:cNvPr>
        <p:cNvGrpSpPr/>
        <p:nvPr/>
      </p:nvGrpSpPr>
      <p:grpSpPr>
        <a:xfrm>
          <a:off x="0" y="0"/>
          <a:ext cx="0" cy="0"/>
          <a:chOff x="0" y="0"/>
          <a:chExt cx="0" cy="0"/>
        </a:xfrm>
      </p:grpSpPr>
      <p:grpSp>
        <p:nvGrpSpPr>
          <p:cNvPr id="2" name="object 4">
            <a:extLst>
              <a:ext uri="{FF2B5EF4-FFF2-40B4-BE49-F238E27FC236}">
                <a16:creationId xmlns:a16="http://schemas.microsoft.com/office/drawing/2014/main" id="{C2086170-6AA6-548B-4FA0-7508929433A0}"/>
              </a:ext>
            </a:extLst>
          </p:cNvPr>
          <p:cNvGrpSpPr/>
          <p:nvPr/>
        </p:nvGrpSpPr>
        <p:grpSpPr>
          <a:xfrm>
            <a:off x="9525" y="0"/>
            <a:ext cx="12182475" cy="162530"/>
            <a:chOff x="609600" y="6506308"/>
            <a:chExt cx="8121650" cy="316867"/>
          </a:xfrm>
          <a:solidFill>
            <a:schemeClr val="tx2"/>
          </a:solidFill>
        </p:grpSpPr>
        <p:sp>
          <p:nvSpPr>
            <p:cNvPr id="3" name="object 5">
              <a:extLst>
                <a:ext uri="{FF2B5EF4-FFF2-40B4-BE49-F238E27FC236}">
                  <a16:creationId xmlns:a16="http://schemas.microsoft.com/office/drawing/2014/main" id="{D93BAD5A-1678-22F0-98EC-8A240686A86A}"/>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4" name="object 6">
              <a:extLst>
                <a:ext uri="{FF2B5EF4-FFF2-40B4-BE49-F238E27FC236}">
                  <a16:creationId xmlns:a16="http://schemas.microsoft.com/office/drawing/2014/main" id="{C3913AE7-0C4A-5624-5523-453F6A482617}"/>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8" name="object 4">
            <a:extLst>
              <a:ext uri="{FF2B5EF4-FFF2-40B4-BE49-F238E27FC236}">
                <a16:creationId xmlns:a16="http://schemas.microsoft.com/office/drawing/2014/main" id="{3CD067C1-CFED-F862-BECF-B82F4688F466}"/>
              </a:ext>
            </a:extLst>
          </p:cNvPr>
          <p:cNvGrpSpPr/>
          <p:nvPr/>
        </p:nvGrpSpPr>
        <p:grpSpPr>
          <a:xfrm>
            <a:off x="19050" y="6516303"/>
            <a:ext cx="12182475" cy="323044"/>
            <a:chOff x="609600" y="6506308"/>
            <a:chExt cx="8121650" cy="316867"/>
          </a:xfrm>
          <a:solidFill>
            <a:schemeClr val="tx2"/>
          </a:solidFill>
        </p:grpSpPr>
        <p:sp>
          <p:nvSpPr>
            <p:cNvPr id="9" name="object 5">
              <a:extLst>
                <a:ext uri="{FF2B5EF4-FFF2-40B4-BE49-F238E27FC236}">
                  <a16:creationId xmlns:a16="http://schemas.microsoft.com/office/drawing/2014/main" id="{4510E7E1-BC96-43E3-F38C-D540F93EE687}"/>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0" name="object 6">
              <a:extLst>
                <a:ext uri="{FF2B5EF4-FFF2-40B4-BE49-F238E27FC236}">
                  <a16:creationId xmlns:a16="http://schemas.microsoft.com/office/drawing/2014/main" id="{3F7B9E55-AFB5-C022-08D2-C9D052A52D65}"/>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7" name="TextBox 16">
            <a:extLst>
              <a:ext uri="{FF2B5EF4-FFF2-40B4-BE49-F238E27FC236}">
                <a16:creationId xmlns:a16="http://schemas.microsoft.com/office/drawing/2014/main" id="{AA2B9E32-5E7D-43C9-CBB1-61654B5D3BF0}"/>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8" name="TextBox 17">
            <a:extLst>
              <a:ext uri="{FF2B5EF4-FFF2-40B4-BE49-F238E27FC236}">
                <a16:creationId xmlns:a16="http://schemas.microsoft.com/office/drawing/2014/main" id="{750ED3B8-C752-1E43-25A5-776B46C4D25A}"/>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sp>
        <p:nvSpPr>
          <p:cNvPr id="5" name="TextBox 15">
            <a:extLst>
              <a:ext uri="{FF2B5EF4-FFF2-40B4-BE49-F238E27FC236}">
                <a16:creationId xmlns:a16="http://schemas.microsoft.com/office/drawing/2014/main" id="{E0777CEA-09A6-471A-4F0F-71DED3DCA9CA}"/>
              </a:ext>
            </a:extLst>
          </p:cNvPr>
          <p:cNvSpPr txBox="1"/>
          <p:nvPr/>
        </p:nvSpPr>
        <p:spPr>
          <a:xfrm>
            <a:off x="3926808" y="346183"/>
            <a:ext cx="3838872" cy="830997"/>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4800" b="1" dirty="0">
                <a:solidFill>
                  <a:srgbClr val="0070C0"/>
                </a:solidFill>
                <a:cs typeface="Arial" pitchFamily="34" charset="0"/>
              </a:rPr>
              <a:t>      1.Abstract</a:t>
            </a:r>
          </a:p>
        </p:txBody>
      </p:sp>
      <p:sp>
        <p:nvSpPr>
          <p:cNvPr id="6" name="Rectangle 5">
            <a:extLst>
              <a:ext uri="{FF2B5EF4-FFF2-40B4-BE49-F238E27FC236}">
                <a16:creationId xmlns:a16="http://schemas.microsoft.com/office/drawing/2014/main" id="{02BBE43D-EC2A-8DAC-1751-FFA3EA0A77F9}"/>
              </a:ext>
            </a:extLst>
          </p:cNvPr>
          <p:cNvSpPr/>
          <p:nvPr/>
        </p:nvSpPr>
        <p:spPr>
          <a:xfrm>
            <a:off x="222380" y="1746300"/>
            <a:ext cx="11747240" cy="4462760"/>
          </a:xfrm>
          <a:prstGeom prst="rect">
            <a:avLst/>
          </a:prstGeom>
          <a:noFill/>
        </p:spPr>
        <p:txBody>
          <a:bodyPr wrap="square" lIns="91440" tIns="45720" rIns="91440" bIns="4572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Built using Spring Boot, Thymeleaf , Spring Data JPA, and MySQL, UrbanKart is a sophisticated e-commerce platform that provides a safe, scalable, and intuitive purchasing experience. Through the integration of technologies that handle issues like scalability, personalization, and omnichannel integration, it responds to the growing demand for responsive digital platforms. Secure transactions, smooth user interactions, effective cart management, and a powerful admin dashboard for user and inventory management are some of the main features. UrbanKart also has a cutting-edge chatbot that helps consumers choose courses and make decisions by providing real-time, tailored support. In addition to satisfying e-commerce needs, this multifunctional platform helps engineering students by expediting the course selection process. In order to promote an inventive, sustainable ecosystem, future plans call for AI-driven recommendations, better cross-platform compatibility, and increased customisation.</a:t>
            </a:r>
            <a:r>
              <a:rPr lang="en-IN"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Built using Spring Boot, Thymeleaf, Spring Data JPA, and MySQL, UrbanKart is a cutting-edge e-commerce platform that provides effective administration and shopping options. It has features including an admin panel for easier inventory administration, secure payments, and optimized cart operations. Its interactive chatbot, which offers students individualized counsel while assisting them in exploring educational possibilities, is a noteworthy innovation. In order to create a multipurpose and innovative solution, future updates will focus on improving user experiences through AI-driven suggestions, enhanced device compatibility, and advanced customisation.</a:t>
            </a:r>
            <a:endParaRPr lang="en-US"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endParaRPr lang="en-US" sz="28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308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D02C3-D0A8-7816-585A-B039182E74AD}"/>
            </a:ext>
          </a:extLst>
        </p:cNvPr>
        <p:cNvGrpSpPr/>
        <p:nvPr/>
      </p:nvGrpSpPr>
      <p:grpSpPr>
        <a:xfrm>
          <a:off x="0" y="0"/>
          <a:ext cx="0" cy="0"/>
          <a:chOff x="0" y="0"/>
          <a:chExt cx="0" cy="0"/>
        </a:xfrm>
      </p:grpSpPr>
      <p:grpSp>
        <p:nvGrpSpPr>
          <p:cNvPr id="2" name="object 4">
            <a:extLst>
              <a:ext uri="{FF2B5EF4-FFF2-40B4-BE49-F238E27FC236}">
                <a16:creationId xmlns:a16="http://schemas.microsoft.com/office/drawing/2014/main" id="{0737C200-D8B4-3F5A-CC4E-8F487255287D}"/>
              </a:ext>
            </a:extLst>
          </p:cNvPr>
          <p:cNvGrpSpPr/>
          <p:nvPr/>
        </p:nvGrpSpPr>
        <p:grpSpPr>
          <a:xfrm>
            <a:off x="9525" y="0"/>
            <a:ext cx="12182475" cy="162530"/>
            <a:chOff x="609600" y="6506308"/>
            <a:chExt cx="8121650" cy="316867"/>
          </a:xfrm>
          <a:solidFill>
            <a:schemeClr val="tx2"/>
          </a:solidFill>
        </p:grpSpPr>
        <p:sp>
          <p:nvSpPr>
            <p:cNvPr id="3" name="object 5">
              <a:extLst>
                <a:ext uri="{FF2B5EF4-FFF2-40B4-BE49-F238E27FC236}">
                  <a16:creationId xmlns:a16="http://schemas.microsoft.com/office/drawing/2014/main" id="{7128C4E5-F1A3-5711-EAD6-8700CC4946CB}"/>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4" name="object 6">
              <a:extLst>
                <a:ext uri="{FF2B5EF4-FFF2-40B4-BE49-F238E27FC236}">
                  <a16:creationId xmlns:a16="http://schemas.microsoft.com/office/drawing/2014/main" id="{412865AF-301A-8603-D701-96632BA48F02}"/>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8" name="object 4">
            <a:extLst>
              <a:ext uri="{FF2B5EF4-FFF2-40B4-BE49-F238E27FC236}">
                <a16:creationId xmlns:a16="http://schemas.microsoft.com/office/drawing/2014/main" id="{96A91083-9736-9437-E719-D69BF3519EDF}"/>
              </a:ext>
            </a:extLst>
          </p:cNvPr>
          <p:cNvGrpSpPr/>
          <p:nvPr/>
        </p:nvGrpSpPr>
        <p:grpSpPr>
          <a:xfrm>
            <a:off x="19050" y="6516303"/>
            <a:ext cx="12182475" cy="323044"/>
            <a:chOff x="609600" y="6506308"/>
            <a:chExt cx="8121650" cy="316867"/>
          </a:xfrm>
          <a:solidFill>
            <a:schemeClr val="tx2"/>
          </a:solidFill>
        </p:grpSpPr>
        <p:sp>
          <p:nvSpPr>
            <p:cNvPr id="9" name="object 5">
              <a:extLst>
                <a:ext uri="{FF2B5EF4-FFF2-40B4-BE49-F238E27FC236}">
                  <a16:creationId xmlns:a16="http://schemas.microsoft.com/office/drawing/2014/main" id="{7D5841E4-8792-243F-532E-592175B5F155}"/>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0" name="object 6">
              <a:extLst>
                <a:ext uri="{FF2B5EF4-FFF2-40B4-BE49-F238E27FC236}">
                  <a16:creationId xmlns:a16="http://schemas.microsoft.com/office/drawing/2014/main" id="{39A6362D-D13D-6760-26F7-8A5C0B8C8EBF}"/>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7" name="TextBox 16">
            <a:extLst>
              <a:ext uri="{FF2B5EF4-FFF2-40B4-BE49-F238E27FC236}">
                <a16:creationId xmlns:a16="http://schemas.microsoft.com/office/drawing/2014/main" id="{DFDF0418-1E70-94BC-0DB1-FE9A4BFC4344}"/>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8" name="TextBox 17">
            <a:extLst>
              <a:ext uri="{FF2B5EF4-FFF2-40B4-BE49-F238E27FC236}">
                <a16:creationId xmlns:a16="http://schemas.microsoft.com/office/drawing/2014/main" id="{08E516B5-4BE8-23FB-3F49-C58EA5A8F969}"/>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sp>
        <p:nvSpPr>
          <p:cNvPr id="6" name="TextBox 5">
            <a:extLst>
              <a:ext uri="{FF2B5EF4-FFF2-40B4-BE49-F238E27FC236}">
                <a16:creationId xmlns:a16="http://schemas.microsoft.com/office/drawing/2014/main" id="{8D15E581-1689-3014-3E62-0399D8776C9E}"/>
              </a:ext>
            </a:extLst>
          </p:cNvPr>
          <p:cNvSpPr txBox="1"/>
          <p:nvPr/>
        </p:nvSpPr>
        <p:spPr>
          <a:xfrm>
            <a:off x="4488656" y="272043"/>
            <a:ext cx="6100762" cy="646331"/>
          </a:xfrm>
          <a:prstGeom prst="rect">
            <a:avLst/>
          </a:prstGeom>
          <a:noFill/>
        </p:spPr>
        <p:txBody>
          <a:bodyPr wrap="square">
            <a:spAutoFit/>
          </a:bodyPr>
          <a:lstStyle/>
          <a:p>
            <a:r>
              <a:rPr lang="en-US" altLang="ko-KR" sz="3600" b="1" dirty="0">
                <a:solidFill>
                  <a:srgbClr val="0070C0"/>
                </a:solidFill>
                <a:cs typeface="Arial" pitchFamily="34" charset="0"/>
              </a:rPr>
              <a:t>2.Introduction</a:t>
            </a:r>
            <a:endParaRPr lang="en-IN" sz="3600" dirty="0"/>
          </a:p>
        </p:txBody>
      </p:sp>
      <p:sp>
        <p:nvSpPr>
          <p:cNvPr id="7" name="TextBox 6">
            <a:extLst>
              <a:ext uri="{FF2B5EF4-FFF2-40B4-BE49-F238E27FC236}">
                <a16:creationId xmlns:a16="http://schemas.microsoft.com/office/drawing/2014/main" id="{62B0EC42-2661-5DDB-537F-D3BC2225A6DF}"/>
              </a:ext>
            </a:extLst>
          </p:cNvPr>
          <p:cNvSpPr txBox="1"/>
          <p:nvPr/>
        </p:nvSpPr>
        <p:spPr>
          <a:xfrm rot="10800000" flipV="1">
            <a:off x="395287" y="1053224"/>
            <a:ext cx="11209401" cy="2862322"/>
          </a:xfrm>
          <a:prstGeom prst="rect">
            <a:avLst/>
          </a:prstGeom>
          <a:noFill/>
        </p:spPr>
        <p:txBody>
          <a:bodyPr wrap="square">
            <a:spAutoFit/>
          </a:bodyPr>
          <a:lstStyle/>
          <a:p>
            <a:pPr algn="just"/>
            <a:r>
              <a:rPr lang="en-US" dirty="0"/>
              <a:t>Urban Kart is a feature-rich e-commerce platform designed for a smooth and efficient shopping experience. It includes essential modules such as Home, Product, Category, Login, Register, and Forgot Password. Users can explore products through category-wise selection, use a powerful search bar for model-based searches, and view detailed product information. The platform allows seamless user registration, secure login, and password recovery. Customers can purchase products effortlessly and receive automated email notifications for order confirmations and updates.</a:t>
            </a:r>
          </a:p>
          <a:p>
            <a:pPr algn="just"/>
            <a:r>
              <a:rPr lang="en-US" dirty="0"/>
              <a:t>An advanced admin dashboard provides comprehensive management features, including multiple admin roles, user control, and profile/password management. Admins can oversee product listings, categories, and user activities to ensure smooth platform operation. Both users and admins have the ability to update their profiles and passwords, enhancing security and personalization. Urban Kart prioritizes a secure, user-friendly interface with efficient navigation, making it an ideal platform for online shopping and business management.</a:t>
            </a:r>
          </a:p>
        </p:txBody>
      </p:sp>
      <p:sp>
        <p:nvSpPr>
          <p:cNvPr id="12" name="Rectangle 3">
            <a:extLst>
              <a:ext uri="{FF2B5EF4-FFF2-40B4-BE49-F238E27FC236}">
                <a16:creationId xmlns:a16="http://schemas.microsoft.com/office/drawing/2014/main" id="{6543DC44-A5A7-DDEA-DA15-A14E1A947D04}"/>
              </a:ext>
            </a:extLst>
          </p:cNvPr>
          <p:cNvSpPr>
            <a:spLocks noChangeArrowheads="1"/>
          </p:cNvSpPr>
          <p:nvPr/>
        </p:nvSpPr>
        <p:spPr bwMode="auto">
          <a:xfrm rot="10800000" flipV="1">
            <a:off x="395287" y="3980796"/>
            <a:ext cx="1140142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platform prioritizes security, efficiency, and user-friendliness, making it ideal for both customers and business owners. With a modern, intuitive interface, Urban Kart ensures a hassle-free shopping experience while providing admins with the tools necessary to manage operations effectively. Whether browsing for products or managing an online business, Urban Kart delivers a robust solution tailored for a dynamic digital marketplace.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9053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F0DF5-A8A6-2BA2-9877-75BCBB6691CB}"/>
            </a:ext>
          </a:extLst>
        </p:cNvPr>
        <p:cNvGrpSpPr/>
        <p:nvPr/>
      </p:nvGrpSpPr>
      <p:grpSpPr>
        <a:xfrm>
          <a:off x="0" y="0"/>
          <a:ext cx="0" cy="0"/>
          <a:chOff x="0" y="0"/>
          <a:chExt cx="0" cy="0"/>
        </a:xfrm>
      </p:grpSpPr>
      <p:grpSp>
        <p:nvGrpSpPr>
          <p:cNvPr id="2" name="object 4">
            <a:extLst>
              <a:ext uri="{FF2B5EF4-FFF2-40B4-BE49-F238E27FC236}">
                <a16:creationId xmlns:a16="http://schemas.microsoft.com/office/drawing/2014/main" id="{B0D6689B-2E04-7DFF-C56E-24A22691484F}"/>
              </a:ext>
            </a:extLst>
          </p:cNvPr>
          <p:cNvGrpSpPr/>
          <p:nvPr/>
        </p:nvGrpSpPr>
        <p:grpSpPr>
          <a:xfrm>
            <a:off x="9525" y="0"/>
            <a:ext cx="12182475" cy="162530"/>
            <a:chOff x="609600" y="6506308"/>
            <a:chExt cx="8121650" cy="316867"/>
          </a:xfrm>
          <a:solidFill>
            <a:schemeClr val="tx2"/>
          </a:solidFill>
        </p:grpSpPr>
        <p:sp>
          <p:nvSpPr>
            <p:cNvPr id="3" name="object 5">
              <a:extLst>
                <a:ext uri="{FF2B5EF4-FFF2-40B4-BE49-F238E27FC236}">
                  <a16:creationId xmlns:a16="http://schemas.microsoft.com/office/drawing/2014/main" id="{33E43A70-C2A0-C36C-9BF6-56EFA487D0D1}"/>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4" name="object 6">
              <a:extLst>
                <a:ext uri="{FF2B5EF4-FFF2-40B4-BE49-F238E27FC236}">
                  <a16:creationId xmlns:a16="http://schemas.microsoft.com/office/drawing/2014/main" id="{D20340EC-651B-A827-E3B4-F9815BD459EF}"/>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8" name="object 4">
            <a:extLst>
              <a:ext uri="{FF2B5EF4-FFF2-40B4-BE49-F238E27FC236}">
                <a16:creationId xmlns:a16="http://schemas.microsoft.com/office/drawing/2014/main" id="{9C91E38F-92E3-BFA8-A148-4E5513C6FB99}"/>
              </a:ext>
            </a:extLst>
          </p:cNvPr>
          <p:cNvGrpSpPr/>
          <p:nvPr/>
        </p:nvGrpSpPr>
        <p:grpSpPr>
          <a:xfrm>
            <a:off x="19050" y="6516303"/>
            <a:ext cx="12182475" cy="323044"/>
            <a:chOff x="609600" y="6506308"/>
            <a:chExt cx="8121650" cy="316867"/>
          </a:xfrm>
          <a:solidFill>
            <a:schemeClr val="tx2"/>
          </a:solidFill>
        </p:grpSpPr>
        <p:sp>
          <p:nvSpPr>
            <p:cNvPr id="9" name="object 5">
              <a:extLst>
                <a:ext uri="{FF2B5EF4-FFF2-40B4-BE49-F238E27FC236}">
                  <a16:creationId xmlns:a16="http://schemas.microsoft.com/office/drawing/2014/main" id="{23E53077-F133-8478-AAF0-BE6814A84217}"/>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0" name="object 6">
              <a:extLst>
                <a:ext uri="{FF2B5EF4-FFF2-40B4-BE49-F238E27FC236}">
                  <a16:creationId xmlns:a16="http://schemas.microsoft.com/office/drawing/2014/main" id="{E038E231-872C-827D-4923-1D398C181121}"/>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7" name="TextBox 16">
            <a:extLst>
              <a:ext uri="{FF2B5EF4-FFF2-40B4-BE49-F238E27FC236}">
                <a16:creationId xmlns:a16="http://schemas.microsoft.com/office/drawing/2014/main" id="{578983D4-53F2-1F93-8BBC-2ABDE4281E8A}"/>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8" name="TextBox 17">
            <a:extLst>
              <a:ext uri="{FF2B5EF4-FFF2-40B4-BE49-F238E27FC236}">
                <a16:creationId xmlns:a16="http://schemas.microsoft.com/office/drawing/2014/main" id="{F4BEAE06-6EB6-F986-94B0-224C9D7D0125}"/>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pic>
        <p:nvPicPr>
          <p:cNvPr id="6" name="Picture 5">
            <a:extLst>
              <a:ext uri="{FF2B5EF4-FFF2-40B4-BE49-F238E27FC236}">
                <a16:creationId xmlns:a16="http://schemas.microsoft.com/office/drawing/2014/main" id="{963D5BEB-5B04-7A74-494B-9F0D9F40DA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331"/>
            <a:ext cx="12192000" cy="6858000"/>
          </a:xfrm>
          <a:prstGeom prst="rect">
            <a:avLst/>
          </a:prstGeom>
        </p:spPr>
      </p:pic>
    </p:spTree>
    <p:extLst>
      <p:ext uri="{BB962C8B-B14F-4D97-AF65-F5344CB8AC3E}">
        <p14:creationId xmlns:p14="http://schemas.microsoft.com/office/powerpoint/2010/main" val="883434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B2AC0-808B-0929-C122-A30D52F29429}"/>
            </a:ext>
          </a:extLst>
        </p:cNvPr>
        <p:cNvGrpSpPr/>
        <p:nvPr/>
      </p:nvGrpSpPr>
      <p:grpSpPr>
        <a:xfrm>
          <a:off x="0" y="0"/>
          <a:ext cx="0" cy="0"/>
          <a:chOff x="0" y="0"/>
          <a:chExt cx="0" cy="0"/>
        </a:xfrm>
      </p:grpSpPr>
      <p:grpSp>
        <p:nvGrpSpPr>
          <p:cNvPr id="2" name="object 4">
            <a:extLst>
              <a:ext uri="{FF2B5EF4-FFF2-40B4-BE49-F238E27FC236}">
                <a16:creationId xmlns:a16="http://schemas.microsoft.com/office/drawing/2014/main" id="{24DF2D27-97C3-982F-1679-A98BEA44175B}"/>
              </a:ext>
            </a:extLst>
          </p:cNvPr>
          <p:cNvGrpSpPr/>
          <p:nvPr/>
        </p:nvGrpSpPr>
        <p:grpSpPr>
          <a:xfrm>
            <a:off x="9525" y="0"/>
            <a:ext cx="12182475" cy="162530"/>
            <a:chOff x="609600" y="6506308"/>
            <a:chExt cx="8121650" cy="316867"/>
          </a:xfrm>
          <a:solidFill>
            <a:schemeClr val="tx2"/>
          </a:solidFill>
        </p:grpSpPr>
        <p:sp>
          <p:nvSpPr>
            <p:cNvPr id="3" name="object 5">
              <a:extLst>
                <a:ext uri="{FF2B5EF4-FFF2-40B4-BE49-F238E27FC236}">
                  <a16:creationId xmlns:a16="http://schemas.microsoft.com/office/drawing/2014/main" id="{6E5941FC-576E-ADC7-23FB-3755885DEAA3}"/>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4" name="object 6">
              <a:extLst>
                <a:ext uri="{FF2B5EF4-FFF2-40B4-BE49-F238E27FC236}">
                  <a16:creationId xmlns:a16="http://schemas.microsoft.com/office/drawing/2014/main" id="{E958B474-2AB7-C80C-1D1B-975ECF7A0B42}"/>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8" name="object 4">
            <a:extLst>
              <a:ext uri="{FF2B5EF4-FFF2-40B4-BE49-F238E27FC236}">
                <a16:creationId xmlns:a16="http://schemas.microsoft.com/office/drawing/2014/main" id="{9DE37FB0-E304-ECCF-E131-31675D0E2064}"/>
              </a:ext>
            </a:extLst>
          </p:cNvPr>
          <p:cNvGrpSpPr/>
          <p:nvPr/>
        </p:nvGrpSpPr>
        <p:grpSpPr>
          <a:xfrm>
            <a:off x="19050" y="6516303"/>
            <a:ext cx="12182475" cy="323044"/>
            <a:chOff x="609600" y="6506308"/>
            <a:chExt cx="8121650" cy="316867"/>
          </a:xfrm>
          <a:solidFill>
            <a:schemeClr val="tx2"/>
          </a:solidFill>
        </p:grpSpPr>
        <p:sp>
          <p:nvSpPr>
            <p:cNvPr id="9" name="object 5">
              <a:extLst>
                <a:ext uri="{FF2B5EF4-FFF2-40B4-BE49-F238E27FC236}">
                  <a16:creationId xmlns:a16="http://schemas.microsoft.com/office/drawing/2014/main" id="{37EDA53E-93D5-B9DD-5CB8-6CDC45D51331}"/>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0" name="object 6">
              <a:extLst>
                <a:ext uri="{FF2B5EF4-FFF2-40B4-BE49-F238E27FC236}">
                  <a16:creationId xmlns:a16="http://schemas.microsoft.com/office/drawing/2014/main" id="{4A04F6AA-BE89-2345-6138-069E27421D13}"/>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7" name="TextBox 16">
            <a:extLst>
              <a:ext uri="{FF2B5EF4-FFF2-40B4-BE49-F238E27FC236}">
                <a16:creationId xmlns:a16="http://schemas.microsoft.com/office/drawing/2014/main" id="{1008412D-2A0D-F374-9625-A11528697059}"/>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8" name="TextBox 17">
            <a:extLst>
              <a:ext uri="{FF2B5EF4-FFF2-40B4-BE49-F238E27FC236}">
                <a16:creationId xmlns:a16="http://schemas.microsoft.com/office/drawing/2014/main" id="{499377BE-9EEA-02B0-2071-19407F171839}"/>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sp>
        <p:nvSpPr>
          <p:cNvPr id="6" name="TextBox 5">
            <a:extLst>
              <a:ext uri="{FF2B5EF4-FFF2-40B4-BE49-F238E27FC236}">
                <a16:creationId xmlns:a16="http://schemas.microsoft.com/office/drawing/2014/main" id="{B1DDB1CE-5A51-1007-516E-98FE9C79227E}"/>
              </a:ext>
            </a:extLst>
          </p:cNvPr>
          <p:cNvSpPr txBox="1"/>
          <p:nvPr/>
        </p:nvSpPr>
        <p:spPr>
          <a:xfrm>
            <a:off x="4553338" y="208819"/>
            <a:ext cx="6102220" cy="584775"/>
          </a:xfrm>
          <a:prstGeom prst="rect">
            <a:avLst/>
          </a:prstGeom>
          <a:noFill/>
        </p:spPr>
        <p:txBody>
          <a:bodyPr wrap="square">
            <a:spAutoFit/>
          </a:bodyPr>
          <a:lstStyle/>
          <a:p>
            <a:r>
              <a:rPr lang="en-US" altLang="ko-KR" sz="3200" b="1" dirty="0">
                <a:solidFill>
                  <a:srgbClr val="0070C0"/>
                </a:solidFill>
                <a:cs typeface="Arial" pitchFamily="34" charset="0"/>
              </a:rPr>
              <a:t>Contribution</a:t>
            </a:r>
            <a:endParaRPr lang="en-US" altLang="ko-KR" sz="1600" b="1" dirty="0">
              <a:solidFill>
                <a:srgbClr val="0070C0"/>
              </a:solidFill>
              <a:cs typeface="Arial" pitchFamily="34" charset="0"/>
            </a:endParaRPr>
          </a:p>
        </p:txBody>
      </p:sp>
      <p:sp>
        <p:nvSpPr>
          <p:cNvPr id="12" name="TextBox 11">
            <a:extLst>
              <a:ext uri="{FF2B5EF4-FFF2-40B4-BE49-F238E27FC236}">
                <a16:creationId xmlns:a16="http://schemas.microsoft.com/office/drawing/2014/main" id="{29F2FA51-D8BB-911D-B93F-400F5B2881A8}"/>
              </a:ext>
            </a:extLst>
          </p:cNvPr>
          <p:cNvSpPr txBox="1"/>
          <p:nvPr/>
        </p:nvSpPr>
        <p:spPr>
          <a:xfrm>
            <a:off x="112000" y="1157487"/>
            <a:ext cx="5868923" cy="923330"/>
          </a:xfrm>
          <a:prstGeom prst="rect">
            <a:avLst/>
          </a:prstGeom>
          <a:noFill/>
        </p:spPr>
        <p:txBody>
          <a:bodyPr wrap="square">
            <a:spAutoFit/>
          </a:bodyPr>
          <a:lstStyle/>
          <a:p>
            <a:pPr algn="just"/>
            <a:r>
              <a:rPr lang="en-US" b="1" dirty="0"/>
              <a:t>1. Suraj &amp; Debashis (Front-End Development)</a:t>
            </a:r>
            <a:endParaRPr lang="en-US" dirty="0"/>
          </a:p>
          <a:p>
            <a:pPr algn="just">
              <a:buFont typeface="Arial" panose="020B0604020202020204" pitchFamily="34" charset="0"/>
              <a:buChar char="•"/>
            </a:pPr>
            <a:r>
              <a:rPr lang="en-US" b="1" dirty="0"/>
              <a:t>Roles</a:t>
            </a:r>
            <a:r>
              <a:rPr lang="en-US" dirty="0"/>
              <a:t>: Front-End Design and Implementation</a:t>
            </a:r>
          </a:p>
          <a:p>
            <a:pPr algn="just">
              <a:buFont typeface="Arial" panose="020B0604020202020204" pitchFamily="34" charset="0"/>
              <a:buChar char="•"/>
            </a:pPr>
            <a:r>
              <a:rPr lang="en-US" b="1" dirty="0"/>
              <a:t>Technologies Used</a:t>
            </a:r>
            <a:r>
              <a:rPr lang="en-US" dirty="0"/>
              <a:t>: HTML, CSS, Spring Web, Thymeleaf</a:t>
            </a:r>
          </a:p>
        </p:txBody>
      </p:sp>
      <p:sp>
        <p:nvSpPr>
          <p:cNvPr id="14" name="TextBox 13">
            <a:extLst>
              <a:ext uri="{FF2B5EF4-FFF2-40B4-BE49-F238E27FC236}">
                <a16:creationId xmlns:a16="http://schemas.microsoft.com/office/drawing/2014/main" id="{7116D76C-BF99-9FE1-0902-E94B8A5FBF85}"/>
              </a:ext>
            </a:extLst>
          </p:cNvPr>
          <p:cNvSpPr txBox="1"/>
          <p:nvPr/>
        </p:nvSpPr>
        <p:spPr>
          <a:xfrm>
            <a:off x="102669" y="2388027"/>
            <a:ext cx="7053943" cy="1200329"/>
          </a:xfrm>
          <a:prstGeom prst="rect">
            <a:avLst/>
          </a:prstGeom>
          <a:noFill/>
        </p:spPr>
        <p:txBody>
          <a:bodyPr wrap="square">
            <a:spAutoFit/>
          </a:bodyPr>
          <a:lstStyle/>
          <a:p>
            <a:pPr algn="just"/>
            <a:r>
              <a:rPr lang="en-US" b="1" dirty="0"/>
              <a:t>2. Arindol (Back-End Development)</a:t>
            </a:r>
            <a:endParaRPr lang="en-US" dirty="0"/>
          </a:p>
          <a:p>
            <a:pPr algn="just">
              <a:buFont typeface="Arial" panose="020B0604020202020204" pitchFamily="34" charset="0"/>
              <a:buChar char="•"/>
            </a:pPr>
            <a:r>
              <a:rPr lang="en-US" b="1" dirty="0"/>
              <a:t>Roles</a:t>
            </a:r>
            <a:r>
              <a:rPr lang="en-US" dirty="0"/>
              <a:t>: Back-End Development and Integration</a:t>
            </a:r>
          </a:p>
          <a:p>
            <a:pPr algn="just">
              <a:buFont typeface="Arial" panose="020B0604020202020204" pitchFamily="34" charset="0"/>
              <a:buChar char="•"/>
            </a:pPr>
            <a:r>
              <a:rPr lang="en-US" b="1" dirty="0"/>
              <a:t>Technologies Used</a:t>
            </a:r>
            <a:r>
              <a:rPr lang="en-US" dirty="0"/>
              <a:t>: Spring Boot, MySQL, Spring Security, Spring Data JPA, Spring Boot DevTools </a:t>
            </a:r>
            <a:r>
              <a:rPr lang="en-US"/>
              <a:t>, Lombok.</a:t>
            </a:r>
            <a:endParaRPr lang="en-US" dirty="0"/>
          </a:p>
        </p:txBody>
      </p:sp>
      <p:sp>
        <p:nvSpPr>
          <p:cNvPr id="19" name="TextBox 18">
            <a:extLst>
              <a:ext uri="{FF2B5EF4-FFF2-40B4-BE49-F238E27FC236}">
                <a16:creationId xmlns:a16="http://schemas.microsoft.com/office/drawing/2014/main" id="{521BC97D-7755-01B2-D25B-1A36BF4F1BB2}"/>
              </a:ext>
            </a:extLst>
          </p:cNvPr>
          <p:cNvSpPr txBox="1"/>
          <p:nvPr/>
        </p:nvSpPr>
        <p:spPr>
          <a:xfrm>
            <a:off x="102669" y="3844649"/>
            <a:ext cx="6102220" cy="923330"/>
          </a:xfrm>
          <a:prstGeom prst="rect">
            <a:avLst/>
          </a:prstGeom>
          <a:noFill/>
        </p:spPr>
        <p:txBody>
          <a:bodyPr wrap="square">
            <a:spAutoFit/>
          </a:bodyPr>
          <a:lstStyle/>
          <a:p>
            <a:pPr algn="just"/>
            <a:r>
              <a:rPr lang="en-US" b="1" dirty="0"/>
              <a:t>3. Binoy (JavaScript and Front-End Validation)</a:t>
            </a:r>
            <a:endParaRPr lang="en-US" dirty="0"/>
          </a:p>
          <a:p>
            <a:pPr algn="just">
              <a:buFont typeface="Arial" panose="020B0604020202020204" pitchFamily="34" charset="0"/>
              <a:buChar char="•"/>
            </a:pPr>
            <a:r>
              <a:rPr lang="en-US" b="1" dirty="0"/>
              <a:t>Roles</a:t>
            </a:r>
            <a:r>
              <a:rPr lang="en-US" dirty="0"/>
              <a:t>: Validation and Front End-Database Interaction</a:t>
            </a:r>
          </a:p>
          <a:p>
            <a:pPr algn="just">
              <a:buFont typeface="Arial" panose="020B0604020202020204" pitchFamily="34" charset="0"/>
              <a:buChar char="•"/>
            </a:pPr>
            <a:r>
              <a:rPr lang="en-US" b="1" dirty="0"/>
              <a:t>Technologies Used</a:t>
            </a:r>
            <a:r>
              <a:rPr lang="en-US" dirty="0"/>
              <a:t>: JavaScript, MySQL</a:t>
            </a:r>
            <a:endParaRPr lang="en-IN" dirty="0"/>
          </a:p>
        </p:txBody>
      </p:sp>
      <p:sp>
        <p:nvSpPr>
          <p:cNvPr id="21" name="TextBox 20">
            <a:extLst>
              <a:ext uri="{FF2B5EF4-FFF2-40B4-BE49-F238E27FC236}">
                <a16:creationId xmlns:a16="http://schemas.microsoft.com/office/drawing/2014/main" id="{70CED6D2-B439-EE50-3360-0E7C1D7D99D4}"/>
              </a:ext>
            </a:extLst>
          </p:cNvPr>
          <p:cNvSpPr txBox="1"/>
          <p:nvPr/>
        </p:nvSpPr>
        <p:spPr>
          <a:xfrm>
            <a:off x="31685" y="5024272"/>
            <a:ext cx="12172950" cy="923330"/>
          </a:xfrm>
          <a:prstGeom prst="rect">
            <a:avLst/>
          </a:prstGeom>
          <a:noFill/>
        </p:spPr>
        <p:txBody>
          <a:bodyPr wrap="square">
            <a:spAutoFit/>
          </a:bodyPr>
          <a:lstStyle/>
          <a:p>
            <a:pPr algn="just"/>
            <a:r>
              <a:rPr lang="en-US" dirty="0"/>
              <a:t>Each team member has contributed uniquely to UrbanKart, with Suraj and Debashis taking care of the front-end design, Arindol handling the back-end functionality and integration, and Binoy ensuring all forms are validated seamlessly. This combined effort results in a high-quality, secure, and user-friendly eCommerce platform.</a:t>
            </a:r>
          </a:p>
        </p:txBody>
      </p:sp>
    </p:spTree>
    <p:extLst>
      <p:ext uri="{BB962C8B-B14F-4D97-AF65-F5344CB8AC3E}">
        <p14:creationId xmlns:p14="http://schemas.microsoft.com/office/powerpoint/2010/main" val="3779470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25F2C-266E-FE4A-44A9-10CB5648831F}"/>
            </a:ext>
          </a:extLst>
        </p:cNvPr>
        <p:cNvGrpSpPr/>
        <p:nvPr/>
      </p:nvGrpSpPr>
      <p:grpSpPr>
        <a:xfrm>
          <a:off x="0" y="0"/>
          <a:ext cx="0" cy="0"/>
          <a:chOff x="0" y="0"/>
          <a:chExt cx="0" cy="0"/>
        </a:xfrm>
      </p:grpSpPr>
      <p:grpSp>
        <p:nvGrpSpPr>
          <p:cNvPr id="2" name="object 4">
            <a:extLst>
              <a:ext uri="{FF2B5EF4-FFF2-40B4-BE49-F238E27FC236}">
                <a16:creationId xmlns:a16="http://schemas.microsoft.com/office/drawing/2014/main" id="{83D69893-FB4C-0BDE-0FB2-0FB701274D86}"/>
              </a:ext>
            </a:extLst>
          </p:cNvPr>
          <p:cNvGrpSpPr/>
          <p:nvPr/>
        </p:nvGrpSpPr>
        <p:grpSpPr>
          <a:xfrm>
            <a:off x="9525" y="0"/>
            <a:ext cx="12182475" cy="162530"/>
            <a:chOff x="609600" y="6506308"/>
            <a:chExt cx="8121650" cy="316867"/>
          </a:xfrm>
          <a:solidFill>
            <a:schemeClr val="tx2"/>
          </a:solidFill>
        </p:grpSpPr>
        <p:sp>
          <p:nvSpPr>
            <p:cNvPr id="3" name="object 5">
              <a:extLst>
                <a:ext uri="{FF2B5EF4-FFF2-40B4-BE49-F238E27FC236}">
                  <a16:creationId xmlns:a16="http://schemas.microsoft.com/office/drawing/2014/main" id="{3388ECC1-524D-04D5-A151-2A7E3D18C232}"/>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4" name="object 6">
              <a:extLst>
                <a:ext uri="{FF2B5EF4-FFF2-40B4-BE49-F238E27FC236}">
                  <a16:creationId xmlns:a16="http://schemas.microsoft.com/office/drawing/2014/main" id="{D56BB3B4-AE20-83F9-EA00-7C0C64A75DBB}"/>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8" name="object 4">
            <a:extLst>
              <a:ext uri="{FF2B5EF4-FFF2-40B4-BE49-F238E27FC236}">
                <a16:creationId xmlns:a16="http://schemas.microsoft.com/office/drawing/2014/main" id="{230DF930-7723-A7FC-C7CB-6DC782FE81DB}"/>
              </a:ext>
            </a:extLst>
          </p:cNvPr>
          <p:cNvGrpSpPr/>
          <p:nvPr/>
        </p:nvGrpSpPr>
        <p:grpSpPr>
          <a:xfrm>
            <a:off x="19050" y="6516303"/>
            <a:ext cx="12182475" cy="323044"/>
            <a:chOff x="609600" y="6506308"/>
            <a:chExt cx="8121650" cy="316867"/>
          </a:xfrm>
          <a:solidFill>
            <a:schemeClr val="tx2"/>
          </a:solidFill>
        </p:grpSpPr>
        <p:sp>
          <p:nvSpPr>
            <p:cNvPr id="9" name="object 5">
              <a:extLst>
                <a:ext uri="{FF2B5EF4-FFF2-40B4-BE49-F238E27FC236}">
                  <a16:creationId xmlns:a16="http://schemas.microsoft.com/office/drawing/2014/main" id="{F8CCD154-34E6-0777-A56E-EFB326BEFC26}"/>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0" name="object 6">
              <a:extLst>
                <a:ext uri="{FF2B5EF4-FFF2-40B4-BE49-F238E27FC236}">
                  <a16:creationId xmlns:a16="http://schemas.microsoft.com/office/drawing/2014/main" id="{DF63C0D3-9750-D02D-AA90-7842C8E5CA9A}"/>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7" name="TextBox 16">
            <a:extLst>
              <a:ext uri="{FF2B5EF4-FFF2-40B4-BE49-F238E27FC236}">
                <a16:creationId xmlns:a16="http://schemas.microsoft.com/office/drawing/2014/main" id="{027A9732-31B1-C086-DCFF-3A245598E406}"/>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8" name="TextBox 17">
            <a:extLst>
              <a:ext uri="{FF2B5EF4-FFF2-40B4-BE49-F238E27FC236}">
                <a16:creationId xmlns:a16="http://schemas.microsoft.com/office/drawing/2014/main" id="{DD7F8308-7584-DA11-16DF-C863612785F6}"/>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sp>
        <p:nvSpPr>
          <p:cNvPr id="5" name="Rectangle 1">
            <a:extLst>
              <a:ext uri="{FF2B5EF4-FFF2-40B4-BE49-F238E27FC236}">
                <a16:creationId xmlns:a16="http://schemas.microsoft.com/office/drawing/2014/main" id="{7A3CF81F-6E3A-8DE5-04EA-3A83D2A818E1}"/>
              </a:ext>
            </a:extLst>
          </p:cNvPr>
          <p:cNvSpPr>
            <a:spLocks noChangeArrowheads="1"/>
          </p:cNvSpPr>
          <p:nvPr/>
        </p:nvSpPr>
        <p:spPr bwMode="auto">
          <a:xfrm>
            <a:off x="102669" y="1454362"/>
            <a:ext cx="1184984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ERP-Based Model:</a:t>
            </a:r>
            <a:r>
              <a:rPr kumimoji="0" lang="en-US" altLang="en-US" sz="1800" b="0" i="0" u="none" strike="noStrike" cap="none" normalizeH="0" baseline="0" dirty="0">
                <a:ln>
                  <a:noFill/>
                </a:ln>
                <a:solidFill>
                  <a:schemeClr val="tx1"/>
                </a:solidFill>
                <a:effectLst/>
                <a:latin typeface="Arial" panose="020B0604020202020204" pitchFamily="34" charset="0"/>
              </a:rPr>
              <a:t> Ensures seamless integration of inventory, sales, user management, and financial tracking for efficient business operations.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Multiple Admins with Super Admin Control:</a:t>
            </a:r>
            <a:r>
              <a:rPr kumimoji="0" lang="en-US" altLang="en-US" sz="1800" b="0" i="0" u="none" strike="noStrike" cap="none" normalizeH="0" baseline="0" dirty="0">
                <a:ln>
                  <a:noFill/>
                </a:ln>
                <a:solidFill>
                  <a:schemeClr val="tx1"/>
                </a:solidFill>
                <a:effectLst/>
                <a:latin typeface="Arial" panose="020B0604020202020204" pitchFamily="34" charset="0"/>
              </a:rPr>
              <a:t> Supports multiple admin roles with a super admin who cannot be edited or deleted, ensuring secure hierarchical access.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Quick View of Added Features &amp; Images:</a:t>
            </a:r>
            <a:r>
              <a:rPr kumimoji="0" lang="en-US" altLang="en-US" sz="1800" b="0" i="0" u="none" strike="noStrike" cap="none" normalizeH="0" baseline="0" dirty="0">
                <a:ln>
                  <a:noFill/>
                </a:ln>
                <a:solidFill>
                  <a:schemeClr val="tx1"/>
                </a:solidFill>
                <a:effectLst/>
                <a:latin typeface="Arial" panose="020B0604020202020204" pitchFamily="34" charset="0"/>
              </a:rPr>
              <a:t> Allows real-time preview of product details and images for an enhanced user experience.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Advanced Security Protocols:</a:t>
            </a:r>
            <a:r>
              <a:rPr kumimoji="0" lang="en-US" altLang="en-US" sz="1800" b="0" i="0" u="none" strike="noStrike" cap="none" normalizeH="0" baseline="0" dirty="0">
                <a:ln>
                  <a:noFill/>
                </a:ln>
                <a:solidFill>
                  <a:schemeClr val="tx1"/>
                </a:solidFill>
                <a:effectLst/>
                <a:latin typeface="Arial" panose="020B0604020202020204" pitchFamily="34" charset="0"/>
              </a:rPr>
              <a:t> Implements data encryption, SSL, and advanced firewall protection for superior security.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Pagination with Total Product Count:</a:t>
            </a:r>
            <a:r>
              <a:rPr kumimoji="0" lang="en-US" altLang="en-US" sz="1800" b="0" i="0" u="none" strike="noStrike" cap="none" normalizeH="0" baseline="0" dirty="0">
                <a:ln>
                  <a:noFill/>
                </a:ln>
                <a:solidFill>
                  <a:schemeClr val="tx1"/>
                </a:solidFill>
                <a:effectLst/>
                <a:latin typeface="Arial" panose="020B0604020202020204" pitchFamily="34" charset="0"/>
              </a:rPr>
              <a:t> Features dynamic pagination with product count display for optimized browsing of large inventories.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Unified User &amp; Admin Data Table with Microservice Security:</a:t>
            </a:r>
            <a:r>
              <a:rPr kumimoji="0" lang="en-US" altLang="en-US" sz="1800" b="0" i="0" u="none" strike="noStrike" cap="none" normalizeH="0" baseline="0" dirty="0">
                <a:ln>
                  <a:noFill/>
                </a:ln>
                <a:solidFill>
                  <a:schemeClr val="tx1"/>
                </a:solidFill>
                <a:effectLst/>
                <a:latin typeface="Arial" panose="020B0604020202020204" pitchFamily="34" charset="0"/>
              </a:rPr>
              <a:t> Utilizes a microservice-based security layer for faster data retrieval and reduced system complexity.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Business Partnership with Admin Role:</a:t>
            </a:r>
            <a:r>
              <a:rPr kumimoji="0" lang="en-US" altLang="en-US" sz="1800" b="0" i="0" u="none" strike="noStrike" cap="none" normalizeH="0" baseline="0" dirty="0">
                <a:ln>
                  <a:noFill/>
                </a:ln>
                <a:solidFill>
                  <a:schemeClr val="tx1"/>
                </a:solidFill>
                <a:effectLst/>
                <a:latin typeface="Arial" panose="020B0604020202020204" pitchFamily="34" charset="0"/>
              </a:rPr>
              <a:t> Enables users to apply for business collaboration under an agreement, with temporary admin privileges. Suspicious users can be instantly deactivated by the super admin.</a:t>
            </a:r>
          </a:p>
        </p:txBody>
      </p:sp>
      <p:sp>
        <p:nvSpPr>
          <p:cNvPr id="7" name="TextBox 6">
            <a:extLst>
              <a:ext uri="{FF2B5EF4-FFF2-40B4-BE49-F238E27FC236}">
                <a16:creationId xmlns:a16="http://schemas.microsoft.com/office/drawing/2014/main" id="{471DD31D-3BF9-EF52-D102-3D6714D91079}"/>
              </a:ext>
            </a:extLst>
          </p:cNvPr>
          <p:cNvSpPr txBox="1"/>
          <p:nvPr/>
        </p:nvSpPr>
        <p:spPr>
          <a:xfrm>
            <a:off x="4620323" y="423585"/>
            <a:ext cx="6102220" cy="523220"/>
          </a:xfrm>
          <a:prstGeom prst="rect">
            <a:avLst/>
          </a:prstGeom>
          <a:noFill/>
        </p:spPr>
        <p:txBody>
          <a:bodyPr wrap="square">
            <a:spAutoFit/>
          </a:bodyPr>
          <a:lstStyle/>
          <a:p>
            <a:r>
              <a:rPr lang="en-US" altLang="ko-KR" sz="2800" b="1" dirty="0">
                <a:solidFill>
                  <a:srgbClr val="0070C0"/>
                </a:solidFill>
                <a:cs typeface="Arial" pitchFamily="34" charset="0"/>
              </a:rPr>
              <a:t>Special Features</a:t>
            </a:r>
            <a:endParaRPr lang="en-US" altLang="ko-KR" sz="1400" b="1" dirty="0">
              <a:solidFill>
                <a:srgbClr val="0070C0"/>
              </a:solidFill>
              <a:cs typeface="Arial" pitchFamily="34" charset="0"/>
            </a:endParaRPr>
          </a:p>
        </p:txBody>
      </p:sp>
    </p:spTree>
    <p:extLst>
      <p:ext uri="{BB962C8B-B14F-4D97-AF65-F5344CB8AC3E}">
        <p14:creationId xmlns:p14="http://schemas.microsoft.com/office/powerpoint/2010/main" val="3661406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F8AEA-1C29-D9FA-AABF-C9DCCABB1A70}"/>
            </a:ext>
          </a:extLst>
        </p:cNvPr>
        <p:cNvGrpSpPr/>
        <p:nvPr/>
      </p:nvGrpSpPr>
      <p:grpSpPr>
        <a:xfrm>
          <a:off x="0" y="0"/>
          <a:ext cx="0" cy="0"/>
          <a:chOff x="0" y="0"/>
          <a:chExt cx="0" cy="0"/>
        </a:xfrm>
      </p:grpSpPr>
      <p:grpSp>
        <p:nvGrpSpPr>
          <p:cNvPr id="2" name="object 4">
            <a:extLst>
              <a:ext uri="{FF2B5EF4-FFF2-40B4-BE49-F238E27FC236}">
                <a16:creationId xmlns:a16="http://schemas.microsoft.com/office/drawing/2014/main" id="{8D0B6281-476A-4F54-1946-49AFC9DFE0B3}"/>
              </a:ext>
            </a:extLst>
          </p:cNvPr>
          <p:cNvGrpSpPr/>
          <p:nvPr/>
        </p:nvGrpSpPr>
        <p:grpSpPr>
          <a:xfrm>
            <a:off x="9525" y="0"/>
            <a:ext cx="12182475" cy="162530"/>
            <a:chOff x="609600" y="6506308"/>
            <a:chExt cx="8121650" cy="316867"/>
          </a:xfrm>
          <a:solidFill>
            <a:schemeClr val="tx2"/>
          </a:solidFill>
        </p:grpSpPr>
        <p:sp>
          <p:nvSpPr>
            <p:cNvPr id="3" name="object 5">
              <a:extLst>
                <a:ext uri="{FF2B5EF4-FFF2-40B4-BE49-F238E27FC236}">
                  <a16:creationId xmlns:a16="http://schemas.microsoft.com/office/drawing/2014/main" id="{00F34654-730E-D024-6808-42CD4F98F4EE}"/>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4" name="object 6">
              <a:extLst>
                <a:ext uri="{FF2B5EF4-FFF2-40B4-BE49-F238E27FC236}">
                  <a16:creationId xmlns:a16="http://schemas.microsoft.com/office/drawing/2014/main" id="{40626327-50A9-5527-2368-41C9EB102D80}"/>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8" name="object 4">
            <a:extLst>
              <a:ext uri="{FF2B5EF4-FFF2-40B4-BE49-F238E27FC236}">
                <a16:creationId xmlns:a16="http://schemas.microsoft.com/office/drawing/2014/main" id="{FC5A8C93-2D74-1D81-808C-AD60854B1405}"/>
              </a:ext>
            </a:extLst>
          </p:cNvPr>
          <p:cNvGrpSpPr/>
          <p:nvPr/>
        </p:nvGrpSpPr>
        <p:grpSpPr>
          <a:xfrm>
            <a:off x="19050" y="6516303"/>
            <a:ext cx="12182475" cy="323044"/>
            <a:chOff x="609600" y="6506308"/>
            <a:chExt cx="8121650" cy="316867"/>
          </a:xfrm>
          <a:solidFill>
            <a:schemeClr val="tx2"/>
          </a:solidFill>
        </p:grpSpPr>
        <p:sp>
          <p:nvSpPr>
            <p:cNvPr id="9" name="object 5">
              <a:extLst>
                <a:ext uri="{FF2B5EF4-FFF2-40B4-BE49-F238E27FC236}">
                  <a16:creationId xmlns:a16="http://schemas.microsoft.com/office/drawing/2014/main" id="{43EAF0DA-06E1-AACD-0BD7-966142217CD4}"/>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0" name="object 6">
              <a:extLst>
                <a:ext uri="{FF2B5EF4-FFF2-40B4-BE49-F238E27FC236}">
                  <a16:creationId xmlns:a16="http://schemas.microsoft.com/office/drawing/2014/main" id="{3E782664-FE86-0947-0693-5FC0BD4B06BE}"/>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7" name="TextBox 16">
            <a:extLst>
              <a:ext uri="{FF2B5EF4-FFF2-40B4-BE49-F238E27FC236}">
                <a16:creationId xmlns:a16="http://schemas.microsoft.com/office/drawing/2014/main" id="{7F9CB830-F005-0B71-8D83-3D6400F743F5}"/>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8" name="TextBox 17">
            <a:extLst>
              <a:ext uri="{FF2B5EF4-FFF2-40B4-BE49-F238E27FC236}">
                <a16:creationId xmlns:a16="http://schemas.microsoft.com/office/drawing/2014/main" id="{32A9F06D-EF65-1519-A603-D33348CA3CB8}"/>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sp>
        <p:nvSpPr>
          <p:cNvPr id="6" name="TextBox 5">
            <a:extLst>
              <a:ext uri="{FF2B5EF4-FFF2-40B4-BE49-F238E27FC236}">
                <a16:creationId xmlns:a16="http://schemas.microsoft.com/office/drawing/2014/main" id="{13198674-4CE1-8EB7-D283-B9B10CE30B73}"/>
              </a:ext>
            </a:extLst>
          </p:cNvPr>
          <p:cNvSpPr txBox="1"/>
          <p:nvPr/>
        </p:nvSpPr>
        <p:spPr>
          <a:xfrm>
            <a:off x="4368396" y="319187"/>
            <a:ext cx="6102220" cy="461665"/>
          </a:xfrm>
          <a:prstGeom prst="rect">
            <a:avLst/>
          </a:prstGeom>
          <a:noFill/>
        </p:spPr>
        <p:txBody>
          <a:bodyPr wrap="square">
            <a:spAutoFit/>
          </a:bodyPr>
          <a:lstStyle/>
          <a:p>
            <a:r>
              <a:rPr lang="en-US" altLang="ko-KR" sz="2400" b="1" dirty="0">
                <a:solidFill>
                  <a:srgbClr val="0070C0"/>
                </a:solidFill>
                <a:cs typeface="Arial" pitchFamily="34" charset="0"/>
              </a:rPr>
              <a:t>Study on existing System</a:t>
            </a:r>
          </a:p>
        </p:txBody>
      </p:sp>
      <p:sp>
        <p:nvSpPr>
          <p:cNvPr id="12" name="TextBox 11">
            <a:extLst>
              <a:ext uri="{FF2B5EF4-FFF2-40B4-BE49-F238E27FC236}">
                <a16:creationId xmlns:a16="http://schemas.microsoft.com/office/drawing/2014/main" id="{4C03F467-DE3A-EBA4-0C83-D761630D5CEF}"/>
              </a:ext>
            </a:extLst>
          </p:cNvPr>
          <p:cNvSpPr txBox="1"/>
          <p:nvPr/>
        </p:nvSpPr>
        <p:spPr>
          <a:xfrm>
            <a:off x="242595" y="1158942"/>
            <a:ext cx="6102220" cy="369332"/>
          </a:xfrm>
          <a:prstGeom prst="rect">
            <a:avLst/>
          </a:prstGeom>
          <a:noFill/>
        </p:spPr>
        <p:txBody>
          <a:bodyPr wrap="square">
            <a:spAutoFit/>
          </a:bodyPr>
          <a:lstStyle/>
          <a:p>
            <a:pPr algn="just"/>
            <a:r>
              <a:rPr lang="en-US" b="1" u="sng" dirty="0"/>
              <a:t>1. Login ,  Register using Spring Security</a:t>
            </a:r>
            <a:endParaRPr lang="en-US" u="sng" dirty="0"/>
          </a:p>
        </p:txBody>
      </p:sp>
      <p:sp>
        <p:nvSpPr>
          <p:cNvPr id="15" name="Rectangle: Rounded Corners 14">
            <a:extLst>
              <a:ext uri="{FF2B5EF4-FFF2-40B4-BE49-F238E27FC236}">
                <a16:creationId xmlns:a16="http://schemas.microsoft.com/office/drawing/2014/main" id="{808C13B2-D6D0-F366-071B-98A0EA529A86}"/>
              </a:ext>
            </a:extLst>
          </p:cNvPr>
          <p:cNvSpPr/>
          <p:nvPr/>
        </p:nvSpPr>
        <p:spPr>
          <a:xfrm>
            <a:off x="63356" y="4377406"/>
            <a:ext cx="1574833" cy="811763"/>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B9D53F0B-FBE2-0145-8A2E-7D8546619083}"/>
              </a:ext>
            </a:extLst>
          </p:cNvPr>
          <p:cNvSpPr txBox="1"/>
          <p:nvPr/>
        </p:nvSpPr>
        <p:spPr>
          <a:xfrm>
            <a:off x="281343" y="4469067"/>
            <a:ext cx="1101013" cy="646331"/>
          </a:xfrm>
          <a:prstGeom prst="rect">
            <a:avLst/>
          </a:prstGeom>
          <a:noFill/>
        </p:spPr>
        <p:txBody>
          <a:bodyPr wrap="square" rtlCol="0">
            <a:spAutoFit/>
          </a:bodyPr>
          <a:lstStyle/>
          <a:p>
            <a:r>
              <a:rPr lang="en-IN" b="1" dirty="0"/>
              <a:t>User and Admins</a:t>
            </a:r>
          </a:p>
        </p:txBody>
      </p:sp>
      <p:cxnSp>
        <p:nvCxnSpPr>
          <p:cNvPr id="21" name="Straight Arrow Connector 20">
            <a:extLst>
              <a:ext uri="{FF2B5EF4-FFF2-40B4-BE49-F238E27FC236}">
                <a16:creationId xmlns:a16="http://schemas.microsoft.com/office/drawing/2014/main" id="{A9B7CF73-6D6A-64C0-ECD4-29F236D64BCE}"/>
              </a:ext>
            </a:extLst>
          </p:cNvPr>
          <p:cNvCxnSpPr>
            <a:cxnSpLocks/>
            <a:stCxn id="15" idx="0"/>
            <a:endCxn id="59" idx="1"/>
          </p:cNvCxnSpPr>
          <p:nvPr/>
        </p:nvCxnSpPr>
        <p:spPr>
          <a:xfrm flipV="1">
            <a:off x="850773" y="2540819"/>
            <a:ext cx="882736" cy="18365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id="{15E40E20-A8DD-1DBF-46F7-D747442F8431}"/>
              </a:ext>
            </a:extLst>
          </p:cNvPr>
          <p:cNvSpPr/>
          <p:nvPr/>
        </p:nvSpPr>
        <p:spPr>
          <a:xfrm>
            <a:off x="4739952" y="2143767"/>
            <a:ext cx="1698171" cy="787936"/>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endParaRPr lang="en-IN" dirty="0"/>
          </a:p>
        </p:txBody>
      </p:sp>
      <p:sp>
        <p:nvSpPr>
          <p:cNvPr id="26" name="Rectangle 25">
            <a:extLst>
              <a:ext uri="{FF2B5EF4-FFF2-40B4-BE49-F238E27FC236}">
                <a16:creationId xmlns:a16="http://schemas.microsoft.com/office/drawing/2014/main" id="{EAAD7DF0-5B44-1420-789E-16C6A2FACA6F}"/>
              </a:ext>
            </a:extLst>
          </p:cNvPr>
          <p:cNvSpPr/>
          <p:nvPr/>
        </p:nvSpPr>
        <p:spPr>
          <a:xfrm>
            <a:off x="9954361" y="772337"/>
            <a:ext cx="1698171" cy="787936"/>
          </a:xfrm>
          <a:prstGeom prst="rect">
            <a:avLst/>
          </a:prstGeom>
          <a:solidFill>
            <a:srgbClr val="00B050"/>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B77FFA5B-EBC2-CE5A-334B-BCC8DC1DBB18}"/>
              </a:ext>
            </a:extLst>
          </p:cNvPr>
          <p:cNvSpPr/>
          <p:nvPr/>
        </p:nvSpPr>
        <p:spPr>
          <a:xfrm>
            <a:off x="7366837" y="2136191"/>
            <a:ext cx="1698171" cy="787936"/>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28" name="Rectangle 27">
            <a:extLst>
              <a:ext uri="{FF2B5EF4-FFF2-40B4-BE49-F238E27FC236}">
                <a16:creationId xmlns:a16="http://schemas.microsoft.com/office/drawing/2014/main" id="{40B42A0F-1162-DC64-3CC6-E3A8D972B00B}"/>
              </a:ext>
            </a:extLst>
          </p:cNvPr>
          <p:cNvSpPr/>
          <p:nvPr/>
        </p:nvSpPr>
        <p:spPr>
          <a:xfrm>
            <a:off x="9954361" y="2140934"/>
            <a:ext cx="1698171" cy="787936"/>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34" name="TextBox 33">
            <a:extLst>
              <a:ext uri="{FF2B5EF4-FFF2-40B4-BE49-F238E27FC236}">
                <a16:creationId xmlns:a16="http://schemas.microsoft.com/office/drawing/2014/main" id="{FF1D4CC9-8EFC-B157-4BEE-4145500B5F92}"/>
              </a:ext>
            </a:extLst>
          </p:cNvPr>
          <p:cNvSpPr txBox="1"/>
          <p:nvPr/>
        </p:nvSpPr>
        <p:spPr>
          <a:xfrm>
            <a:off x="5137021" y="2380852"/>
            <a:ext cx="1268964" cy="307777"/>
          </a:xfrm>
          <a:prstGeom prst="rect">
            <a:avLst/>
          </a:prstGeom>
          <a:noFill/>
        </p:spPr>
        <p:txBody>
          <a:bodyPr wrap="square" rtlCol="0">
            <a:spAutoFit/>
          </a:bodyPr>
          <a:lstStyle/>
          <a:p>
            <a:r>
              <a:rPr lang="en-IN" sz="1400" b="1" dirty="0"/>
              <a:t>Controller</a:t>
            </a:r>
          </a:p>
        </p:txBody>
      </p:sp>
      <p:sp>
        <p:nvSpPr>
          <p:cNvPr id="35" name="TextBox 34">
            <a:extLst>
              <a:ext uri="{FF2B5EF4-FFF2-40B4-BE49-F238E27FC236}">
                <a16:creationId xmlns:a16="http://schemas.microsoft.com/office/drawing/2014/main" id="{FFA09DB9-9722-7288-5CC4-27F1FD66E665}"/>
              </a:ext>
            </a:extLst>
          </p:cNvPr>
          <p:cNvSpPr txBox="1"/>
          <p:nvPr/>
        </p:nvSpPr>
        <p:spPr>
          <a:xfrm>
            <a:off x="7537517" y="2368457"/>
            <a:ext cx="1294912" cy="307777"/>
          </a:xfrm>
          <a:prstGeom prst="rect">
            <a:avLst/>
          </a:prstGeom>
          <a:noFill/>
        </p:spPr>
        <p:txBody>
          <a:bodyPr wrap="square" rtlCol="0">
            <a:spAutoFit/>
          </a:bodyPr>
          <a:lstStyle/>
          <a:p>
            <a:r>
              <a:rPr lang="en-IN" sz="1400" b="1" dirty="0"/>
              <a:t>SecurityConfig</a:t>
            </a:r>
          </a:p>
        </p:txBody>
      </p:sp>
      <p:sp>
        <p:nvSpPr>
          <p:cNvPr id="36" name="TextBox 35">
            <a:extLst>
              <a:ext uri="{FF2B5EF4-FFF2-40B4-BE49-F238E27FC236}">
                <a16:creationId xmlns:a16="http://schemas.microsoft.com/office/drawing/2014/main" id="{DE43F5C8-FB42-4DA0-F119-9F1C4048E5D6}"/>
              </a:ext>
            </a:extLst>
          </p:cNvPr>
          <p:cNvSpPr txBox="1"/>
          <p:nvPr/>
        </p:nvSpPr>
        <p:spPr>
          <a:xfrm>
            <a:off x="10249062" y="2362800"/>
            <a:ext cx="1250364" cy="307777"/>
          </a:xfrm>
          <a:prstGeom prst="rect">
            <a:avLst/>
          </a:prstGeom>
          <a:noFill/>
        </p:spPr>
        <p:txBody>
          <a:bodyPr wrap="square" rtlCol="0">
            <a:spAutoFit/>
          </a:bodyPr>
          <a:lstStyle/>
          <a:p>
            <a:r>
              <a:rPr lang="en-IN" sz="1400" b="1" dirty="0"/>
              <a:t>CustomUser</a:t>
            </a:r>
          </a:p>
        </p:txBody>
      </p:sp>
      <p:sp>
        <p:nvSpPr>
          <p:cNvPr id="37" name="TextBox 36">
            <a:extLst>
              <a:ext uri="{FF2B5EF4-FFF2-40B4-BE49-F238E27FC236}">
                <a16:creationId xmlns:a16="http://schemas.microsoft.com/office/drawing/2014/main" id="{1B1AB848-875C-785B-DDE5-CF45AE408B29}"/>
              </a:ext>
            </a:extLst>
          </p:cNvPr>
          <p:cNvSpPr txBox="1"/>
          <p:nvPr/>
        </p:nvSpPr>
        <p:spPr>
          <a:xfrm>
            <a:off x="10249062" y="975438"/>
            <a:ext cx="1175658" cy="307777"/>
          </a:xfrm>
          <a:prstGeom prst="rect">
            <a:avLst/>
          </a:prstGeom>
          <a:noFill/>
        </p:spPr>
        <p:txBody>
          <a:bodyPr wrap="square" rtlCol="0">
            <a:spAutoFit/>
          </a:bodyPr>
          <a:lstStyle/>
          <a:p>
            <a:r>
              <a:rPr lang="en-IN" sz="1400" b="1" dirty="0"/>
              <a:t>AppConst</a:t>
            </a:r>
          </a:p>
        </p:txBody>
      </p:sp>
      <p:cxnSp>
        <p:nvCxnSpPr>
          <p:cNvPr id="38" name="Straight Arrow Connector 37">
            <a:extLst>
              <a:ext uri="{FF2B5EF4-FFF2-40B4-BE49-F238E27FC236}">
                <a16:creationId xmlns:a16="http://schemas.microsoft.com/office/drawing/2014/main" id="{7D36ECFA-6575-4583-7971-98E1FF7D76D8}"/>
              </a:ext>
            </a:extLst>
          </p:cNvPr>
          <p:cNvCxnSpPr>
            <a:cxnSpLocks/>
            <a:stCxn id="59" idx="3"/>
          </p:cNvCxnSpPr>
          <p:nvPr/>
        </p:nvCxnSpPr>
        <p:spPr>
          <a:xfrm>
            <a:off x="3930227" y="2540819"/>
            <a:ext cx="809725" cy="66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2F80471F-1793-7D89-DADE-0C04A41FE7D2}"/>
              </a:ext>
            </a:extLst>
          </p:cNvPr>
          <p:cNvCxnSpPr>
            <a:cxnSpLocks/>
          </p:cNvCxnSpPr>
          <p:nvPr/>
        </p:nvCxnSpPr>
        <p:spPr>
          <a:xfrm>
            <a:off x="1603458" y="4938157"/>
            <a:ext cx="1158132" cy="37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6D285325-2E41-C218-1BB0-65300A06501A}"/>
              </a:ext>
            </a:extLst>
          </p:cNvPr>
          <p:cNvCxnSpPr>
            <a:cxnSpLocks/>
            <a:stCxn id="28" idx="2"/>
          </p:cNvCxnSpPr>
          <p:nvPr/>
        </p:nvCxnSpPr>
        <p:spPr>
          <a:xfrm>
            <a:off x="10803447" y="2928870"/>
            <a:ext cx="0" cy="12529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84C8D52B-353F-8818-2981-F08E4A08FDFD}"/>
              </a:ext>
            </a:extLst>
          </p:cNvPr>
          <p:cNvCxnSpPr>
            <a:cxnSpLocks/>
            <a:stCxn id="28" idx="0"/>
            <a:endCxn id="26" idx="2"/>
          </p:cNvCxnSpPr>
          <p:nvPr/>
        </p:nvCxnSpPr>
        <p:spPr>
          <a:xfrm flipV="1">
            <a:off x="10803447" y="1560273"/>
            <a:ext cx="0" cy="5806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C52B519C-99FA-DCBA-5850-390BEFA73980}"/>
              </a:ext>
            </a:extLst>
          </p:cNvPr>
          <p:cNvCxnSpPr>
            <a:cxnSpLocks/>
            <a:stCxn id="27" idx="3"/>
            <a:endCxn id="28" idx="1"/>
          </p:cNvCxnSpPr>
          <p:nvPr/>
        </p:nvCxnSpPr>
        <p:spPr>
          <a:xfrm>
            <a:off x="9065008" y="2530159"/>
            <a:ext cx="889353" cy="47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6F257B86-622F-2DF0-77A0-018F4DBEC27C}"/>
              </a:ext>
            </a:extLst>
          </p:cNvPr>
          <p:cNvCxnSpPr>
            <a:cxnSpLocks/>
            <a:stCxn id="34" idx="3"/>
            <a:endCxn id="27" idx="1"/>
          </p:cNvCxnSpPr>
          <p:nvPr/>
        </p:nvCxnSpPr>
        <p:spPr>
          <a:xfrm flipV="1">
            <a:off x="6405985" y="2530159"/>
            <a:ext cx="960852" cy="45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59" name="Picture 58">
            <a:extLst>
              <a:ext uri="{FF2B5EF4-FFF2-40B4-BE49-F238E27FC236}">
                <a16:creationId xmlns:a16="http://schemas.microsoft.com/office/drawing/2014/main" id="{C21C5979-D98B-58B4-EE5C-D850B141D0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33509" y="1922992"/>
            <a:ext cx="2196718" cy="1235654"/>
          </a:xfrm>
          <a:prstGeom prst="rect">
            <a:avLst/>
          </a:prstGeom>
        </p:spPr>
      </p:pic>
      <p:sp>
        <p:nvSpPr>
          <p:cNvPr id="64" name="TextBox 63">
            <a:extLst>
              <a:ext uri="{FF2B5EF4-FFF2-40B4-BE49-F238E27FC236}">
                <a16:creationId xmlns:a16="http://schemas.microsoft.com/office/drawing/2014/main" id="{0B97164D-2B47-5D83-7870-AB1734A14637}"/>
              </a:ext>
            </a:extLst>
          </p:cNvPr>
          <p:cNvSpPr txBox="1"/>
          <p:nvPr/>
        </p:nvSpPr>
        <p:spPr>
          <a:xfrm rot="17650610">
            <a:off x="-800202" y="790772"/>
            <a:ext cx="6102220" cy="369332"/>
          </a:xfrm>
          <a:prstGeom prst="rect">
            <a:avLst/>
          </a:prstGeom>
          <a:noFill/>
        </p:spPr>
        <p:txBody>
          <a:bodyPr wrap="square">
            <a:spAutoFit/>
          </a:bodyPr>
          <a:lstStyle/>
          <a:p>
            <a:r>
              <a:rPr lang="en-IN" b="1" dirty="0"/>
              <a:t>Register</a:t>
            </a:r>
          </a:p>
        </p:txBody>
      </p:sp>
      <p:sp>
        <p:nvSpPr>
          <p:cNvPr id="66" name="TextBox 65">
            <a:extLst>
              <a:ext uri="{FF2B5EF4-FFF2-40B4-BE49-F238E27FC236}">
                <a16:creationId xmlns:a16="http://schemas.microsoft.com/office/drawing/2014/main" id="{0474A76B-EC70-94BD-F78A-D6ED4173F1C8}"/>
              </a:ext>
            </a:extLst>
          </p:cNvPr>
          <p:cNvSpPr txBox="1"/>
          <p:nvPr/>
        </p:nvSpPr>
        <p:spPr>
          <a:xfrm>
            <a:off x="1821286" y="4457963"/>
            <a:ext cx="6102220" cy="369332"/>
          </a:xfrm>
          <a:prstGeom prst="rect">
            <a:avLst/>
          </a:prstGeom>
          <a:noFill/>
        </p:spPr>
        <p:txBody>
          <a:bodyPr wrap="square">
            <a:spAutoFit/>
          </a:bodyPr>
          <a:lstStyle/>
          <a:p>
            <a:r>
              <a:rPr lang="en-IN" b="1" dirty="0"/>
              <a:t>Login</a:t>
            </a:r>
          </a:p>
        </p:txBody>
      </p:sp>
      <p:pic>
        <p:nvPicPr>
          <p:cNvPr id="71" name="Picture 70">
            <a:extLst>
              <a:ext uri="{FF2B5EF4-FFF2-40B4-BE49-F238E27FC236}">
                <a16:creationId xmlns:a16="http://schemas.microsoft.com/office/drawing/2014/main" id="{B45128D8-D2A9-0E61-831F-E26B051DB3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17824" y="3744525"/>
            <a:ext cx="3061990" cy="2459523"/>
          </a:xfrm>
          <a:prstGeom prst="rect">
            <a:avLst/>
          </a:prstGeom>
        </p:spPr>
      </p:pic>
      <p:cxnSp>
        <p:nvCxnSpPr>
          <p:cNvPr id="72" name="Straight Arrow Connector 71">
            <a:extLst>
              <a:ext uri="{FF2B5EF4-FFF2-40B4-BE49-F238E27FC236}">
                <a16:creationId xmlns:a16="http://schemas.microsoft.com/office/drawing/2014/main" id="{D6C87706-9F1C-C7F6-698C-6D7A6D0C70F7}"/>
              </a:ext>
            </a:extLst>
          </p:cNvPr>
          <p:cNvCxnSpPr>
            <a:cxnSpLocks/>
          </p:cNvCxnSpPr>
          <p:nvPr/>
        </p:nvCxnSpPr>
        <p:spPr>
          <a:xfrm>
            <a:off x="5884508" y="4346320"/>
            <a:ext cx="23004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2" name="TextBox 81">
            <a:extLst>
              <a:ext uri="{FF2B5EF4-FFF2-40B4-BE49-F238E27FC236}">
                <a16:creationId xmlns:a16="http://schemas.microsoft.com/office/drawing/2014/main" id="{F8E007F7-C67A-C7F8-568A-DF6219232DE3}"/>
              </a:ext>
            </a:extLst>
          </p:cNvPr>
          <p:cNvSpPr txBox="1"/>
          <p:nvPr/>
        </p:nvSpPr>
        <p:spPr>
          <a:xfrm>
            <a:off x="10132965" y="2972621"/>
            <a:ext cx="6102220" cy="369332"/>
          </a:xfrm>
          <a:prstGeom prst="rect">
            <a:avLst/>
          </a:prstGeom>
          <a:noFill/>
        </p:spPr>
        <p:txBody>
          <a:bodyPr wrap="square">
            <a:spAutoFit/>
          </a:bodyPr>
          <a:lstStyle/>
          <a:p>
            <a:r>
              <a:rPr lang="en-IN" b="1" dirty="0"/>
              <a:t>Post</a:t>
            </a:r>
          </a:p>
        </p:txBody>
      </p:sp>
      <p:sp>
        <p:nvSpPr>
          <p:cNvPr id="84" name="TextBox 83">
            <a:extLst>
              <a:ext uri="{FF2B5EF4-FFF2-40B4-BE49-F238E27FC236}">
                <a16:creationId xmlns:a16="http://schemas.microsoft.com/office/drawing/2014/main" id="{0473D43B-70EC-CE16-4BFA-E488319A2D15}"/>
              </a:ext>
            </a:extLst>
          </p:cNvPr>
          <p:cNvSpPr txBox="1"/>
          <p:nvPr/>
        </p:nvSpPr>
        <p:spPr>
          <a:xfrm>
            <a:off x="5994174" y="4783287"/>
            <a:ext cx="8117632" cy="369332"/>
          </a:xfrm>
          <a:prstGeom prst="rect">
            <a:avLst/>
          </a:prstGeom>
          <a:noFill/>
        </p:spPr>
        <p:txBody>
          <a:bodyPr wrap="square">
            <a:spAutoFit/>
          </a:bodyPr>
          <a:lstStyle/>
          <a:p>
            <a:r>
              <a:rPr lang="en-IN" b="1" dirty="0"/>
              <a:t>Get</a:t>
            </a:r>
          </a:p>
        </p:txBody>
      </p:sp>
      <p:sp>
        <p:nvSpPr>
          <p:cNvPr id="86" name="TextBox 85">
            <a:extLst>
              <a:ext uri="{FF2B5EF4-FFF2-40B4-BE49-F238E27FC236}">
                <a16:creationId xmlns:a16="http://schemas.microsoft.com/office/drawing/2014/main" id="{9E5292DB-648D-67D6-DCFA-1A4A9D0A6C2D}"/>
              </a:ext>
            </a:extLst>
          </p:cNvPr>
          <p:cNvSpPr txBox="1"/>
          <p:nvPr/>
        </p:nvSpPr>
        <p:spPr>
          <a:xfrm>
            <a:off x="6405985" y="3965362"/>
            <a:ext cx="8117632" cy="369332"/>
          </a:xfrm>
          <a:prstGeom prst="rect">
            <a:avLst/>
          </a:prstGeom>
          <a:noFill/>
        </p:spPr>
        <p:txBody>
          <a:bodyPr wrap="square">
            <a:spAutoFit/>
          </a:bodyPr>
          <a:lstStyle/>
          <a:p>
            <a:r>
              <a:rPr lang="en-IN" b="1" dirty="0"/>
              <a:t>Request</a:t>
            </a:r>
          </a:p>
        </p:txBody>
      </p:sp>
      <p:cxnSp>
        <p:nvCxnSpPr>
          <p:cNvPr id="87" name="Straight Arrow Connector 86">
            <a:extLst>
              <a:ext uri="{FF2B5EF4-FFF2-40B4-BE49-F238E27FC236}">
                <a16:creationId xmlns:a16="http://schemas.microsoft.com/office/drawing/2014/main" id="{580CE13F-09C0-47E8-48B8-959E3AA4553E}"/>
              </a:ext>
            </a:extLst>
          </p:cNvPr>
          <p:cNvCxnSpPr>
            <a:cxnSpLocks/>
          </p:cNvCxnSpPr>
          <p:nvPr/>
        </p:nvCxnSpPr>
        <p:spPr>
          <a:xfrm flipH="1">
            <a:off x="5864389" y="4783287"/>
            <a:ext cx="23205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5" name="Cylinder 94">
            <a:extLst>
              <a:ext uri="{FF2B5EF4-FFF2-40B4-BE49-F238E27FC236}">
                <a16:creationId xmlns:a16="http://schemas.microsoft.com/office/drawing/2014/main" id="{F6AB08CC-4408-ECEA-BA54-EDFF324AA0D7}"/>
              </a:ext>
            </a:extLst>
          </p:cNvPr>
          <p:cNvSpPr/>
          <p:nvPr/>
        </p:nvSpPr>
        <p:spPr>
          <a:xfrm>
            <a:off x="8184972" y="4101975"/>
            <a:ext cx="3314453" cy="1905835"/>
          </a:xfrm>
          <a:prstGeom prst="can">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IN"/>
          </a:p>
        </p:txBody>
      </p:sp>
      <p:sp>
        <p:nvSpPr>
          <p:cNvPr id="96" name="TextBox 95">
            <a:extLst>
              <a:ext uri="{FF2B5EF4-FFF2-40B4-BE49-F238E27FC236}">
                <a16:creationId xmlns:a16="http://schemas.microsoft.com/office/drawing/2014/main" id="{2FE290D7-5C64-2EF0-14B9-EC559C4F75D0}"/>
              </a:ext>
            </a:extLst>
          </p:cNvPr>
          <p:cNvSpPr txBox="1"/>
          <p:nvPr/>
        </p:nvSpPr>
        <p:spPr>
          <a:xfrm>
            <a:off x="9269287" y="4975661"/>
            <a:ext cx="1145822" cy="369332"/>
          </a:xfrm>
          <a:prstGeom prst="rect">
            <a:avLst/>
          </a:prstGeom>
          <a:noFill/>
        </p:spPr>
        <p:txBody>
          <a:bodyPr wrap="square" rtlCol="0">
            <a:spAutoFit/>
          </a:bodyPr>
          <a:lstStyle/>
          <a:p>
            <a:r>
              <a:rPr lang="en-IN" dirty="0"/>
              <a:t>Database</a:t>
            </a:r>
          </a:p>
        </p:txBody>
      </p:sp>
    </p:spTree>
    <p:extLst>
      <p:ext uri="{BB962C8B-B14F-4D97-AF65-F5344CB8AC3E}">
        <p14:creationId xmlns:p14="http://schemas.microsoft.com/office/powerpoint/2010/main" val="3252100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31CD7-B258-1E3C-F2D8-E9E651D4306D}"/>
            </a:ext>
          </a:extLst>
        </p:cNvPr>
        <p:cNvGrpSpPr/>
        <p:nvPr/>
      </p:nvGrpSpPr>
      <p:grpSpPr>
        <a:xfrm>
          <a:off x="0" y="0"/>
          <a:ext cx="0" cy="0"/>
          <a:chOff x="0" y="0"/>
          <a:chExt cx="0" cy="0"/>
        </a:xfrm>
      </p:grpSpPr>
      <p:grpSp>
        <p:nvGrpSpPr>
          <p:cNvPr id="2" name="object 4">
            <a:extLst>
              <a:ext uri="{FF2B5EF4-FFF2-40B4-BE49-F238E27FC236}">
                <a16:creationId xmlns:a16="http://schemas.microsoft.com/office/drawing/2014/main" id="{EC8FF1A0-50D7-4667-85D4-C148D76D2E02}"/>
              </a:ext>
            </a:extLst>
          </p:cNvPr>
          <p:cNvGrpSpPr/>
          <p:nvPr/>
        </p:nvGrpSpPr>
        <p:grpSpPr>
          <a:xfrm>
            <a:off x="9525" y="0"/>
            <a:ext cx="12182475" cy="162530"/>
            <a:chOff x="609600" y="6506308"/>
            <a:chExt cx="8121650" cy="316867"/>
          </a:xfrm>
          <a:solidFill>
            <a:schemeClr val="tx2"/>
          </a:solidFill>
        </p:grpSpPr>
        <p:sp>
          <p:nvSpPr>
            <p:cNvPr id="3" name="object 5">
              <a:extLst>
                <a:ext uri="{FF2B5EF4-FFF2-40B4-BE49-F238E27FC236}">
                  <a16:creationId xmlns:a16="http://schemas.microsoft.com/office/drawing/2014/main" id="{66549225-36DE-9A9D-BFBE-E1C98CA32E34}"/>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4" name="object 6">
              <a:extLst>
                <a:ext uri="{FF2B5EF4-FFF2-40B4-BE49-F238E27FC236}">
                  <a16:creationId xmlns:a16="http://schemas.microsoft.com/office/drawing/2014/main" id="{70DBA7E5-7EE9-F65E-C0FD-1399F31B4C98}"/>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8" name="object 4">
            <a:extLst>
              <a:ext uri="{FF2B5EF4-FFF2-40B4-BE49-F238E27FC236}">
                <a16:creationId xmlns:a16="http://schemas.microsoft.com/office/drawing/2014/main" id="{830C8434-3536-D85F-034A-C37EEF925B73}"/>
              </a:ext>
            </a:extLst>
          </p:cNvPr>
          <p:cNvGrpSpPr/>
          <p:nvPr/>
        </p:nvGrpSpPr>
        <p:grpSpPr>
          <a:xfrm>
            <a:off x="19050" y="6516303"/>
            <a:ext cx="12182475" cy="323044"/>
            <a:chOff x="609600" y="6506308"/>
            <a:chExt cx="8121650" cy="316867"/>
          </a:xfrm>
          <a:solidFill>
            <a:schemeClr val="tx2"/>
          </a:solidFill>
        </p:grpSpPr>
        <p:sp>
          <p:nvSpPr>
            <p:cNvPr id="9" name="object 5">
              <a:extLst>
                <a:ext uri="{FF2B5EF4-FFF2-40B4-BE49-F238E27FC236}">
                  <a16:creationId xmlns:a16="http://schemas.microsoft.com/office/drawing/2014/main" id="{6F7189B7-3E9E-1B82-21CB-D4C0313B33DA}"/>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0" name="object 6">
              <a:extLst>
                <a:ext uri="{FF2B5EF4-FFF2-40B4-BE49-F238E27FC236}">
                  <a16:creationId xmlns:a16="http://schemas.microsoft.com/office/drawing/2014/main" id="{0C4844B5-1EF2-4FCF-E02D-8424D86B58D1}"/>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7" name="TextBox 16">
            <a:extLst>
              <a:ext uri="{FF2B5EF4-FFF2-40B4-BE49-F238E27FC236}">
                <a16:creationId xmlns:a16="http://schemas.microsoft.com/office/drawing/2014/main" id="{31904EE0-C394-9F4E-59A6-484291D584CE}"/>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8" name="TextBox 17">
            <a:extLst>
              <a:ext uri="{FF2B5EF4-FFF2-40B4-BE49-F238E27FC236}">
                <a16:creationId xmlns:a16="http://schemas.microsoft.com/office/drawing/2014/main" id="{A1C21D88-D77F-3719-C1F2-570FBC244AD0}"/>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sp>
        <p:nvSpPr>
          <p:cNvPr id="6" name="TextBox 5">
            <a:extLst>
              <a:ext uri="{FF2B5EF4-FFF2-40B4-BE49-F238E27FC236}">
                <a16:creationId xmlns:a16="http://schemas.microsoft.com/office/drawing/2014/main" id="{CBB27F04-929A-3DC4-228A-7BC951494F20}"/>
              </a:ext>
            </a:extLst>
          </p:cNvPr>
          <p:cNvSpPr txBox="1"/>
          <p:nvPr/>
        </p:nvSpPr>
        <p:spPr>
          <a:xfrm>
            <a:off x="102669" y="790694"/>
            <a:ext cx="6101080" cy="369332"/>
          </a:xfrm>
          <a:prstGeom prst="rect">
            <a:avLst/>
          </a:prstGeom>
          <a:noFill/>
        </p:spPr>
        <p:txBody>
          <a:bodyPr wrap="square">
            <a:spAutoFit/>
          </a:bodyPr>
          <a:lstStyle/>
          <a:p>
            <a:pPr algn="just"/>
            <a:r>
              <a:rPr lang="en-US" b="1" u="sng" dirty="0"/>
              <a:t>2. Add , View , Edit , Delete  Product By Admins</a:t>
            </a:r>
            <a:endParaRPr lang="en-US" u="sng" dirty="0"/>
          </a:p>
        </p:txBody>
      </p:sp>
      <p:sp>
        <p:nvSpPr>
          <p:cNvPr id="12" name="TextBox 11">
            <a:extLst>
              <a:ext uri="{FF2B5EF4-FFF2-40B4-BE49-F238E27FC236}">
                <a16:creationId xmlns:a16="http://schemas.microsoft.com/office/drawing/2014/main" id="{58185CAE-0600-7DA3-D0D9-C41DB18A2D2B}"/>
              </a:ext>
            </a:extLst>
          </p:cNvPr>
          <p:cNvSpPr txBox="1"/>
          <p:nvPr/>
        </p:nvSpPr>
        <p:spPr>
          <a:xfrm>
            <a:off x="4621463" y="291945"/>
            <a:ext cx="6101080" cy="369332"/>
          </a:xfrm>
          <a:prstGeom prst="rect">
            <a:avLst/>
          </a:prstGeom>
          <a:noFill/>
        </p:spPr>
        <p:txBody>
          <a:bodyPr wrap="square">
            <a:spAutoFit/>
          </a:bodyPr>
          <a:lstStyle/>
          <a:p>
            <a:r>
              <a:rPr lang="en-US" altLang="ko-KR" sz="1800" b="1" dirty="0">
                <a:solidFill>
                  <a:srgbClr val="0070C0"/>
                </a:solidFill>
                <a:cs typeface="Arial" pitchFamily="34" charset="0"/>
              </a:rPr>
              <a:t>Study on existing System</a:t>
            </a:r>
          </a:p>
        </p:txBody>
      </p:sp>
      <p:sp>
        <p:nvSpPr>
          <p:cNvPr id="13" name="Rectangle: Rounded Corners 12">
            <a:extLst>
              <a:ext uri="{FF2B5EF4-FFF2-40B4-BE49-F238E27FC236}">
                <a16:creationId xmlns:a16="http://schemas.microsoft.com/office/drawing/2014/main" id="{34170BE9-2F21-69E4-265D-3C9D82A2FE2E}"/>
              </a:ext>
            </a:extLst>
          </p:cNvPr>
          <p:cNvSpPr/>
          <p:nvPr/>
        </p:nvSpPr>
        <p:spPr>
          <a:xfrm>
            <a:off x="28575" y="3136619"/>
            <a:ext cx="1574833" cy="811763"/>
          </a:xfrm>
          <a:prstGeom prst="round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A739C1B-BDA3-E150-CE48-87632451791D}"/>
              </a:ext>
            </a:extLst>
          </p:cNvPr>
          <p:cNvSpPr txBox="1"/>
          <p:nvPr/>
        </p:nvSpPr>
        <p:spPr>
          <a:xfrm>
            <a:off x="265484" y="3357834"/>
            <a:ext cx="1101013" cy="369332"/>
          </a:xfrm>
          <a:prstGeom prst="rect">
            <a:avLst/>
          </a:prstGeom>
          <a:noFill/>
        </p:spPr>
        <p:txBody>
          <a:bodyPr wrap="square" rtlCol="0">
            <a:spAutoFit/>
          </a:bodyPr>
          <a:lstStyle/>
          <a:p>
            <a:r>
              <a:rPr lang="en-IN" b="1" dirty="0"/>
              <a:t>Admins</a:t>
            </a:r>
          </a:p>
        </p:txBody>
      </p:sp>
      <p:sp>
        <p:nvSpPr>
          <p:cNvPr id="15" name="Rectangle 14">
            <a:extLst>
              <a:ext uri="{FF2B5EF4-FFF2-40B4-BE49-F238E27FC236}">
                <a16:creationId xmlns:a16="http://schemas.microsoft.com/office/drawing/2014/main" id="{BA008C43-3377-6046-53CE-AA4A16D863FB}"/>
              </a:ext>
            </a:extLst>
          </p:cNvPr>
          <p:cNvSpPr/>
          <p:nvPr/>
        </p:nvSpPr>
        <p:spPr>
          <a:xfrm>
            <a:off x="2265298" y="1615440"/>
            <a:ext cx="1768222" cy="731520"/>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CB556B65-2564-0C09-3D95-945D0E2B0248}"/>
              </a:ext>
            </a:extLst>
          </p:cNvPr>
          <p:cNvSpPr txBox="1"/>
          <p:nvPr/>
        </p:nvSpPr>
        <p:spPr>
          <a:xfrm>
            <a:off x="2458720" y="1788190"/>
            <a:ext cx="1656080" cy="369332"/>
          </a:xfrm>
          <a:prstGeom prst="rect">
            <a:avLst/>
          </a:prstGeom>
          <a:noFill/>
        </p:spPr>
        <p:txBody>
          <a:bodyPr wrap="square" rtlCol="0">
            <a:spAutoFit/>
          </a:bodyPr>
          <a:lstStyle/>
          <a:p>
            <a:r>
              <a:rPr lang="en-IN" dirty="0"/>
              <a:t>Add product</a:t>
            </a:r>
          </a:p>
        </p:txBody>
      </p:sp>
      <p:cxnSp>
        <p:nvCxnSpPr>
          <p:cNvPr id="21" name="Straight Arrow Connector 20">
            <a:extLst>
              <a:ext uri="{FF2B5EF4-FFF2-40B4-BE49-F238E27FC236}">
                <a16:creationId xmlns:a16="http://schemas.microsoft.com/office/drawing/2014/main" id="{A6237565-067E-7A48-6A1F-B389E3A523AD}"/>
              </a:ext>
            </a:extLst>
          </p:cNvPr>
          <p:cNvCxnSpPr>
            <a:cxnSpLocks/>
          </p:cNvCxnSpPr>
          <p:nvPr/>
        </p:nvCxnSpPr>
        <p:spPr>
          <a:xfrm flipV="1">
            <a:off x="4033520" y="1972856"/>
            <a:ext cx="1341120" cy="83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4AAB74C8-424A-E20E-F0C1-B894EFFE9582}"/>
              </a:ext>
            </a:extLst>
          </p:cNvPr>
          <p:cNvCxnSpPr>
            <a:stCxn id="13" idx="0"/>
            <a:endCxn id="15" idx="1"/>
          </p:cNvCxnSpPr>
          <p:nvPr/>
        </p:nvCxnSpPr>
        <p:spPr>
          <a:xfrm flipV="1">
            <a:off x="815992" y="1981200"/>
            <a:ext cx="1449306" cy="11554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9" name="Picture 28">
            <a:extLst>
              <a:ext uri="{FF2B5EF4-FFF2-40B4-BE49-F238E27FC236}">
                <a16:creationId xmlns:a16="http://schemas.microsoft.com/office/drawing/2014/main" id="{42DFDD21-5C94-3BFB-A5EC-AB778ED911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74640" y="1203929"/>
            <a:ext cx="2990019" cy="1681886"/>
          </a:xfrm>
          <a:prstGeom prst="rect">
            <a:avLst/>
          </a:prstGeom>
        </p:spPr>
      </p:pic>
      <p:cxnSp>
        <p:nvCxnSpPr>
          <p:cNvPr id="31" name="Straight Arrow Connector 30">
            <a:extLst>
              <a:ext uri="{FF2B5EF4-FFF2-40B4-BE49-F238E27FC236}">
                <a16:creationId xmlns:a16="http://schemas.microsoft.com/office/drawing/2014/main" id="{C773C0FE-B28C-7C9B-FF95-5DABA3F93571}"/>
              </a:ext>
            </a:extLst>
          </p:cNvPr>
          <p:cNvCxnSpPr>
            <a:cxnSpLocks/>
            <a:stCxn id="29" idx="3"/>
          </p:cNvCxnSpPr>
          <p:nvPr/>
        </p:nvCxnSpPr>
        <p:spPr>
          <a:xfrm>
            <a:off x="8364659" y="2044872"/>
            <a:ext cx="1849502" cy="2498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Cylinder 34">
            <a:extLst>
              <a:ext uri="{FF2B5EF4-FFF2-40B4-BE49-F238E27FC236}">
                <a16:creationId xmlns:a16="http://schemas.microsoft.com/office/drawing/2014/main" id="{974D9327-9C98-2E39-ECD5-1FBAC2A7D3CE}"/>
              </a:ext>
            </a:extLst>
          </p:cNvPr>
          <p:cNvSpPr/>
          <p:nvPr/>
        </p:nvSpPr>
        <p:spPr>
          <a:xfrm>
            <a:off x="10214161" y="1769250"/>
            <a:ext cx="1875170" cy="1584408"/>
          </a:xfrm>
          <a:prstGeom prst="can">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D1D6DB65-AC3A-8AAF-0D0A-897FD9833DDB}"/>
              </a:ext>
            </a:extLst>
          </p:cNvPr>
          <p:cNvSpPr txBox="1"/>
          <p:nvPr/>
        </p:nvSpPr>
        <p:spPr>
          <a:xfrm>
            <a:off x="10517858" y="2550160"/>
            <a:ext cx="1145822" cy="369332"/>
          </a:xfrm>
          <a:prstGeom prst="rect">
            <a:avLst/>
          </a:prstGeom>
          <a:noFill/>
        </p:spPr>
        <p:txBody>
          <a:bodyPr wrap="square" rtlCol="0">
            <a:spAutoFit/>
          </a:bodyPr>
          <a:lstStyle/>
          <a:p>
            <a:r>
              <a:rPr lang="en-IN" dirty="0"/>
              <a:t>Database</a:t>
            </a:r>
          </a:p>
        </p:txBody>
      </p:sp>
      <p:sp>
        <p:nvSpPr>
          <p:cNvPr id="37" name="Rectangle 36">
            <a:extLst>
              <a:ext uri="{FF2B5EF4-FFF2-40B4-BE49-F238E27FC236}">
                <a16:creationId xmlns:a16="http://schemas.microsoft.com/office/drawing/2014/main" id="{F5D0AEA7-EB17-DB15-F06A-5C18F770DCD4}"/>
              </a:ext>
            </a:extLst>
          </p:cNvPr>
          <p:cNvSpPr/>
          <p:nvPr/>
        </p:nvSpPr>
        <p:spPr>
          <a:xfrm>
            <a:off x="2265298" y="4409075"/>
            <a:ext cx="1768222" cy="73152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sp>
        <p:nvSpPr>
          <p:cNvPr id="38" name="TextBox 37">
            <a:extLst>
              <a:ext uri="{FF2B5EF4-FFF2-40B4-BE49-F238E27FC236}">
                <a16:creationId xmlns:a16="http://schemas.microsoft.com/office/drawing/2014/main" id="{E2DB0172-BAB6-F131-19D2-A6A217253DAF}"/>
              </a:ext>
            </a:extLst>
          </p:cNvPr>
          <p:cNvSpPr txBox="1"/>
          <p:nvPr/>
        </p:nvSpPr>
        <p:spPr>
          <a:xfrm>
            <a:off x="2365845" y="4419114"/>
            <a:ext cx="1656080" cy="646331"/>
          </a:xfrm>
          <a:prstGeom prst="rect">
            <a:avLst/>
          </a:prstGeom>
          <a:noFill/>
        </p:spPr>
        <p:txBody>
          <a:bodyPr wrap="square" rtlCol="0">
            <a:spAutoFit/>
          </a:bodyPr>
          <a:lstStyle/>
          <a:p>
            <a:r>
              <a:rPr lang="en-IN" dirty="0"/>
              <a:t>Edit and Delete product</a:t>
            </a:r>
          </a:p>
        </p:txBody>
      </p:sp>
      <p:cxnSp>
        <p:nvCxnSpPr>
          <p:cNvPr id="39" name="Straight Arrow Connector 38">
            <a:extLst>
              <a:ext uri="{FF2B5EF4-FFF2-40B4-BE49-F238E27FC236}">
                <a16:creationId xmlns:a16="http://schemas.microsoft.com/office/drawing/2014/main" id="{72E4C40D-721C-75AE-8373-F25905C2EDB2}"/>
              </a:ext>
            </a:extLst>
          </p:cNvPr>
          <p:cNvCxnSpPr>
            <a:cxnSpLocks/>
            <a:stCxn id="13" idx="2"/>
            <a:endCxn id="37" idx="1"/>
          </p:cNvCxnSpPr>
          <p:nvPr/>
        </p:nvCxnSpPr>
        <p:spPr>
          <a:xfrm>
            <a:off x="815992" y="3948382"/>
            <a:ext cx="1449306" cy="8264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3" name="Picture 42">
            <a:extLst>
              <a:ext uri="{FF2B5EF4-FFF2-40B4-BE49-F238E27FC236}">
                <a16:creationId xmlns:a16="http://schemas.microsoft.com/office/drawing/2014/main" id="{15D24CE2-66DD-8D64-B5F3-F6B772E0A7F7}"/>
              </a:ext>
            </a:extLst>
          </p:cNvPr>
          <p:cNvPicPr>
            <a:picLocks noChangeAspect="1"/>
          </p:cNvPicPr>
          <p:nvPr/>
        </p:nvPicPr>
        <p:blipFill>
          <a:blip r:embed="rId3"/>
          <a:stretch>
            <a:fillRect/>
          </a:stretch>
        </p:blipFill>
        <p:spPr>
          <a:xfrm>
            <a:off x="5374640" y="3803239"/>
            <a:ext cx="3162018" cy="2054761"/>
          </a:xfrm>
          <a:prstGeom prst="rect">
            <a:avLst/>
          </a:prstGeom>
        </p:spPr>
      </p:pic>
      <p:cxnSp>
        <p:nvCxnSpPr>
          <p:cNvPr id="44" name="Straight Arrow Connector 43">
            <a:extLst>
              <a:ext uri="{FF2B5EF4-FFF2-40B4-BE49-F238E27FC236}">
                <a16:creationId xmlns:a16="http://schemas.microsoft.com/office/drawing/2014/main" id="{0EF0FF0F-D1BD-09D8-302C-BA2E2ED4BCF6}"/>
              </a:ext>
            </a:extLst>
          </p:cNvPr>
          <p:cNvCxnSpPr>
            <a:cxnSpLocks/>
            <a:stCxn id="37" idx="3"/>
            <a:endCxn id="43" idx="1"/>
          </p:cNvCxnSpPr>
          <p:nvPr/>
        </p:nvCxnSpPr>
        <p:spPr>
          <a:xfrm>
            <a:off x="4033520" y="4774835"/>
            <a:ext cx="1341120" cy="557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CAA2C466-1063-18A0-E9D8-EB14A7F9E66A}"/>
              </a:ext>
            </a:extLst>
          </p:cNvPr>
          <p:cNvCxnSpPr>
            <a:cxnSpLocks/>
            <a:stCxn id="43" idx="3"/>
            <a:endCxn id="35" idx="3"/>
          </p:cNvCxnSpPr>
          <p:nvPr/>
        </p:nvCxnSpPr>
        <p:spPr>
          <a:xfrm flipV="1">
            <a:off x="8536658" y="3353658"/>
            <a:ext cx="2615088" cy="14769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5" name="TextBox 54">
            <a:extLst>
              <a:ext uri="{FF2B5EF4-FFF2-40B4-BE49-F238E27FC236}">
                <a16:creationId xmlns:a16="http://schemas.microsoft.com/office/drawing/2014/main" id="{040324A2-B41D-261C-4D73-77A4A3F4382A}"/>
              </a:ext>
            </a:extLst>
          </p:cNvPr>
          <p:cNvSpPr txBox="1"/>
          <p:nvPr/>
        </p:nvSpPr>
        <p:spPr>
          <a:xfrm>
            <a:off x="5854700" y="2946694"/>
            <a:ext cx="6101080" cy="369332"/>
          </a:xfrm>
          <a:prstGeom prst="rect">
            <a:avLst/>
          </a:prstGeom>
          <a:noFill/>
        </p:spPr>
        <p:txBody>
          <a:bodyPr wrap="square">
            <a:spAutoFit/>
          </a:bodyPr>
          <a:lstStyle/>
          <a:p>
            <a:r>
              <a:rPr lang="en-IN" dirty="0"/>
              <a:t>Add product Page</a:t>
            </a:r>
          </a:p>
        </p:txBody>
      </p:sp>
      <p:sp>
        <p:nvSpPr>
          <p:cNvPr id="61" name="TextBox 60">
            <a:extLst>
              <a:ext uri="{FF2B5EF4-FFF2-40B4-BE49-F238E27FC236}">
                <a16:creationId xmlns:a16="http://schemas.microsoft.com/office/drawing/2014/main" id="{EFA82A78-8352-ACC0-18AD-7A586EFCAEAD}"/>
              </a:ext>
            </a:extLst>
          </p:cNvPr>
          <p:cNvSpPr txBox="1"/>
          <p:nvPr/>
        </p:nvSpPr>
        <p:spPr>
          <a:xfrm>
            <a:off x="6100445" y="5956196"/>
            <a:ext cx="6101080" cy="369332"/>
          </a:xfrm>
          <a:prstGeom prst="rect">
            <a:avLst/>
          </a:prstGeom>
          <a:noFill/>
        </p:spPr>
        <p:txBody>
          <a:bodyPr wrap="square">
            <a:spAutoFit/>
          </a:bodyPr>
          <a:lstStyle/>
          <a:p>
            <a:r>
              <a:rPr lang="en-IN" dirty="0"/>
              <a:t>Updation Page</a:t>
            </a:r>
          </a:p>
        </p:txBody>
      </p:sp>
      <p:sp>
        <p:nvSpPr>
          <p:cNvPr id="7" name="TextBox 6">
            <a:extLst>
              <a:ext uri="{FF2B5EF4-FFF2-40B4-BE49-F238E27FC236}">
                <a16:creationId xmlns:a16="http://schemas.microsoft.com/office/drawing/2014/main" id="{DACD0D58-DA1D-E29C-0060-B8928F3474B2}"/>
              </a:ext>
            </a:extLst>
          </p:cNvPr>
          <p:cNvSpPr txBox="1"/>
          <p:nvPr/>
        </p:nvSpPr>
        <p:spPr>
          <a:xfrm rot="19997720">
            <a:off x="8875405" y="2544129"/>
            <a:ext cx="6102220" cy="369332"/>
          </a:xfrm>
          <a:prstGeom prst="rect">
            <a:avLst/>
          </a:prstGeom>
          <a:noFill/>
        </p:spPr>
        <p:txBody>
          <a:bodyPr wrap="square">
            <a:spAutoFit/>
          </a:bodyPr>
          <a:lstStyle/>
          <a:p>
            <a:r>
              <a:rPr lang="en-IN" b="1" dirty="0"/>
              <a:t>Request</a:t>
            </a:r>
          </a:p>
        </p:txBody>
      </p:sp>
      <p:cxnSp>
        <p:nvCxnSpPr>
          <p:cNvPr id="11" name="Straight Arrow Connector 10">
            <a:extLst>
              <a:ext uri="{FF2B5EF4-FFF2-40B4-BE49-F238E27FC236}">
                <a16:creationId xmlns:a16="http://schemas.microsoft.com/office/drawing/2014/main" id="{ED1F933C-D258-E5A0-1E37-939F8415D0C9}"/>
              </a:ext>
            </a:extLst>
          </p:cNvPr>
          <p:cNvCxnSpPr>
            <a:cxnSpLocks/>
          </p:cNvCxnSpPr>
          <p:nvPr/>
        </p:nvCxnSpPr>
        <p:spPr>
          <a:xfrm flipH="1">
            <a:off x="8575379" y="3343228"/>
            <a:ext cx="3060533" cy="17614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260D7F68-D25B-2198-CAF0-EE7243F19038}"/>
              </a:ext>
            </a:extLst>
          </p:cNvPr>
          <p:cNvSpPr txBox="1"/>
          <p:nvPr/>
        </p:nvSpPr>
        <p:spPr>
          <a:xfrm rot="20147914">
            <a:off x="9678478" y="2820775"/>
            <a:ext cx="7371182" cy="369332"/>
          </a:xfrm>
          <a:prstGeom prst="rect">
            <a:avLst/>
          </a:prstGeom>
          <a:noFill/>
        </p:spPr>
        <p:txBody>
          <a:bodyPr wrap="square">
            <a:spAutoFit/>
          </a:bodyPr>
          <a:lstStyle/>
          <a:p>
            <a:r>
              <a:rPr lang="en-IN" b="1" dirty="0"/>
              <a:t>Get</a:t>
            </a:r>
          </a:p>
        </p:txBody>
      </p:sp>
    </p:spTree>
    <p:extLst>
      <p:ext uri="{BB962C8B-B14F-4D97-AF65-F5344CB8AC3E}">
        <p14:creationId xmlns:p14="http://schemas.microsoft.com/office/powerpoint/2010/main" val="3453394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0CD87-4B2E-1B55-B14D-61A1B5C29E4E}"/>
            </a:ext>
          </a:extLst>
        </p:cNvPr>
        <p:cNvGrpSpPr/>
        <p:nvPr/>
      </p:nvGrpSpPr>
      <p:grpSpPr>
        <a:xfrm>
          <a:off x="0" y="0"/>
          <a:ext cx="0" cy="0"/>
          <a:chOff x="0" y="0"/>
          <a:chExt cx="0" cy="0"/>
        </a:xfrm>
      </p:grpSpPr>
      <p:grpSp>
        <p:nvGrpSpPr>
          <p:cNvPr id="2" name="object 4">
            <a:extLst>
              <a:ext uri="{FF2B5EF4-FFF2-40B4-BE49-F238E27FC236}">
                <a16:creationId xmlns:a16="http://schemas.microsoft.com/office/drawing/2014/main" id="{202A3695-ADCC-ECC1-20F7-09C5B08812BE}"/>
              </a:ext>
            </a:extLst>
          </p:cNvPr>
          <p:cNvGrpSpPr/>
          <p:nvPr/>
        </p:nvGrpSpPr>
        <p:grpSpPr>
          <a:xfrm>
            <a:off x="9525" y="0"/>
            <a:ext cx="12182475" cy="162530"/>
            <a:chOff x="609600" y="6506308"/>
            <a:chExt cx="8121650" cy="316867"/>
          </a:xfrm>
          <a:solidFill>
            <a:schemeClr val="tx2"/>
          </a:solidFill>
        </p:grpSpPr>
        <p:sp>
          <p:nvSpPr>
            <p:cNvPr id="3" name="object 5">
              <a:extLst>
                <a:ext uri="{FF2B5EF4-FFF2-40B4-BE49-F238E27FC236}">
                  <a16:creationId xmlns:a16="http://schemas.microsoft.com/office/drawing/2014/main" id="{263C4F57-0A86-1882-506F-8209080FA55A}"/>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4" name="object 6">
              <a:extLst>
                <a:ext uri="{FF2B5EF4-FFF2-40B4-BE49-F238E27FC236}">
                  <a16:creationId xmlns:a16="http://schemas.microsoft.com/office/drawing/2014/main" id="{6F4FD951-5F8B-A2E0-DC14-7DDCDCE1A72C}"/>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8" name="object 4">
            <a:extLst>
              <a:ext uri="{FF2B5EF4-FFF2-40B4-BE49-F238E27FC236}">
                <a16:creationId xmlns:a16="http://schemas.microsoft.com/office/drawing/2014/main" id="{59DB7F02-E5E5-29E0-4C09-A0B68933C432}"/>
              </a:ext>
            </a:extLst>
          </p:cNvPr>
          <p:cNvGrpSpPr/>
          <p:nvPr/>
        </p:nvGrpSpPr>
        <p:grpSpPr>
          <a:xfrm>
            <a:off x="19050" y="6516303"/>
            <a:ext cx="12182475" cy="323044"/>
            <a:chOff x="609600" y="6506308"/>
            <a:chExt cx="8121650" cy="316867"/>
          </a:xfrm>
          <a:solidFill>
            <a:schemeClr val="tx2"/>
          </a:solidFill>
        </p:grpSpPr>
        <p:sp>
          <p:nvSpPr>
            <p:cNvPr id="9" name="object 5">
              <a:extLst>
                <a:ext uri="{FF2B5EF4-FFF2-40B4-BE49-F238E27FC236}">
                  <a16:creationId xmlns:a16="http://schemas.microsoft.com/office/drawing/2014/main" id="{648FF65F-DBEC-A172-7498-87BF32EF3309}"/>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0" name="object 6">
              <a:extLst>
                <a:ext uri="{FF2B5EF4-FFF2-40B4-BE49-F238E27FC236}">
                  <a16:creationId xmlns:a16="http://schemas.microsoft.com/office/drawing/2014/main" id="{225DE4FD-D141-E058-FF46-7CA1C10ADA50}"/>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7" name="TextBox 16">
            <a:extLst>
              <a:ext uri="{FF2B5EF4-FFF2-40B4-BE49-F238E27FC236}">
                <a16:creationId xmlns:a16="http://schemas.microsoft.com/office/drawing/2014/main" id="{D95F4E90-E854-4F83-51EC-4B822AE0C03A}"/>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8" name="TextBox 17">
            <a:extLst>
              <a:ext uri="{FF2B5EF4-FFF2-40B4-BE49-F238E27FC236}">
                <a16:creationId xmlns:a16="http://schemas.microsoft.com/office/drawing/2014/main" id="{3C02DEC6-3D6B-AD1B-3843-3701B1476730}"/>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sp>
        <p:nvSpPr>
          <p:cNvPr id="26" name="TextBox 25">
            <a:extLst>
              <a:ext uri="{FF2B5EF4-FFF2-40B4-BE49-F238E27FC236}">
                <a16:creationId xmlns:a16="http://schemas.microsoft.com/office/drawing/2014/main" id="{18417CBB-D322-79A2-EF9B-BCB44C47699B}"/>
              </a:ext>
            </a:extLst>
          </p:cNvPr>
          <p:cNvSpPr txBox="1"/>
          <p:nvPr/>
        </p:nvSpPr>
        <p:spPr>
          <a:xfrm>
            <a:off x="102668" y="768589"/>
            <a:ext cx="10931092" cy="369332"/>
          </a:xfrm>
          <a:prstGeom prst="rect">
            <a:avLst/>
          </a:prstGeom>
          <a:noFill/>
        </p:spPr>
        <p:txBody>
          <a:bodyPr wrap="square">
            <a:spAutoFit/>
          </a:bodyPr>
          <a:lstStyle/>
          <a:p>
            <a:pPr algn="just"/>
            <a:r>
              <a:rPr lang="en-US" b="1" u="sng" dirty="0"/>
              <a:t>3. Active and de-active the users as well as Admins by the super Admin and updated Notification  Email Sended</a:t>
            </a:r>
            <a:endParaRPr lang="en-US" u="sng" dirty="0"/>
          </a:p>
        </p:txBody>
      </p:sp>
      <p:sp>
        <p:nvSpPr>
          <p:cNvPr id="27" name="TextBox 26">
            <a:extLst>
              <a:ext uri="{FF2B5EF4-FFF2-40B4-BE49-F238E27FC236}">
                <a16:creationId xmlns:a16="http://schemas.microsoft.com/office/drawing/2014/main" id="{E37C7503-91B9-C667-C189-1E19D4FB4DF8}"/>
              </a:ext>
            </a:extLst>
          </p:cNvPr>
          <p:cNvSpPr txBox="1"/>
          <p:nvPr/>
        </p:nvSpPr>
        <p:spPr>
          <a:xfrm>
            <a:off x="4621463" y="269840"/>
            <a:ext cx="6101080" cy="369332"/>
          </a:xfrm>
          <a:prstGeom prst="rect">
            <a:avLst/>
          </a:prstGeom>
          <a:noFill/>
        </p:spPr>
        <p:txBody>
          <a:bodyPr wrap="square">
            <a:spAutoFit/>
          </a:bodyPr>
          <a:lstStyle/>
          <a:p>
            <a:r>
              <a:rPr lang="en-US" altLang="ko-KR" sz="1800" b="1" dirty="0">
                <a:solidFill>
                  <a:srgbClr val="0070C0"/>
                </a:solidFill>
                <a:cs typeface="Arial" pitchFamily="34" charset="0"/>
              </a:rPr>
              <a:t>Study on existing System</a:t>
            </a:r>
          </a:p>
        </p:txBody>
      </p:sp>
      <p:sp>
        <p:nvSpPr>
          <p:cNvPr id="28" name="Rectangle: Rounded Corners 27">
            <a:extLst>
              <a:ext uri="{FF2B5EF4-FFF2-40B4-BE49-F238E27FC236}">
                <a16:creationId xmlns:a16="http://schemas.microsoft.com/office/drawing/2014/main" id="{42618510-2B6A-4E56-5B1F-15F4DBE03CB5}"/>
              </a:ext>
            </a:extLst>
          </p:cNvPr>
          <p:cNvSpPr/>
          <p:nvPr/>
        </p:nvSpPr>
        <p:spPr>
          <a:xfrm>
            <a:off x="28575" y="3136619"/>
            <a:ext cx="1574833" cy="811763"/>
          </a:xfrm>
          <a:prstGeom prst="round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22A43C74-A244-3B58-BC7D-05B2EC8250A8}"/>
              </a:ext>
            </a:extLst>
          </p:cNvPr>
          <p:cNvSpPr txBox="1"/>
          <p:nvPr/>
        </p:nvSpPr>
        <p:spPr>
          <a:xfrm>
            <a:off x="265484" y="3248949"/>
            <a:ext cx="1101013" cy="646331"/>
          </a:xfrm>
          <a:prstGeom prst="rect">
            <a:avLst/>
          </a:prstGeom>
          <a:noFill/>
        </p:spPr>
        <p:txBody>
          <a:bodyPr wrap="square" rtlCol="0">
            <a:spAutoFit/>
          </a:bodyPr>
          <a:lstStyle/>
          <a:p>
            <a:r>
              <a:rPr lang="en-IN" b="1" dirty="0"/>
              <a:t>Super admin</a:t>
            </a:r>
          </a:p>
        </p:txBody>
      </p:sp>
      <p:sp>
        <p:nvSpPr>
          <p:cNvPr id="30" name="Rectangle 29">
            <a:extLst>
              <a:ext uri="{FF2B5EF4-FFF2-40B4-BE49-F238E27FC236}">
                <a16:creationId xmlns:a16="http://schemas.microsoft.com/office/drawing/2014/main" id="{E2BB4FD4-AE2A-D2B1-02B0-30BC1B27D18E}"/>
              </a:ext>
            </a:extLst>
          </p:cNvPr>
          <p:cNvSpPr/>
          <p:nvPr/>
        </p:nvSpPr>
        <p:spPr>
          <a:xfrm>
            <a:off x="2331487" y="1992449"/>
            <a:ext cx="1768222" cy="73152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ADCD0155-014E-7C9D-3F94-80709A1B9A87}"/>
              </a:ext>
            </a:extLst>
          </p:cNvPr>
          <p:cNvSpPr txBox="1"/>
          <p:nvPr/>
        </p:nvSpPr>
        <p:spPr>
          <a:xfrm>
            <a:off x="2848295" y="2163388"/>
            <a:ext cx="1656080" cy="369332"/>
          </a:xfrm>
          <a:prstGeom prst="rect">
            <a:avLst/>
          </a:prstGeom>
          <a:noFill/>
        </p:spPr>
        <p:txBody>
          <a:bodyPr wrap="square" rtlCol="0">
            <a:spAutoFit/>
          </a:bodyPr>
          <a:lstStyle/>
          <a:p>
            <a:r>
              <a:rPr lang="en-IN" dirty="0"/>
              <a:t>User</a:t>
            </a:r>
          </a:p>
        </p:txBody>
      </p:sp>
      <p:cxnSp>
        <p:nvCxnSpPr>
          <p:cNvPr id="32" name="Straight Arrow Connector 31">
            <a:extLst>
              <a:ext uri="{FF2B5EF4-FFF2-40B4-BE49-F238E27FC236}">
                <a16:creationId xmlns:a16="http://schemas.microsoft.com/office/drawing/2014/main" id="{8FE1A375-86BD-E5DF-9D2F-8610FEA4E043}"/>
              </a:ext>
            </a:extLst>
          </p:cNvPr>
          <p:cNvCxnSpPr>
            <a:stCxn id="28" idx="0"/>
            <a:endCxn id="30" idx="1"/>
          </p:cNvCxnSpPr>
          <p:nvPr/>
        </p:nvCxnSpPr>
        <p:spPr>
          <a:xfrm flipV="1">
            <a:off x="815992" y="2358209"/>
            <a:ext cx="1515495" cy="7784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7D43426C-BF83-3A05-6B7C-9BED88C761A1}"/>
              </a:ext>
            </a:extLst>
          </p:cNvPr>
          <p:cNvCxnSpPr>
            <a:cxnSpLocks/>
            <a:endCxn id="49" idx="1"/>
          </p:cNvCxnSpPr>
          <p:nvPr/>
        </p:nvCxnSpPr>
        <p:spPr>
          <a:xfrm>
            <a:off x="4099709" y="2276716"/>
            <a:ext cx="66188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Rectangle 38">
            <a:extLst>
              <a:ext uri="{FF2B5EF4-FFF2-40B4-BE49-F238E27FC236}">
                <a16:creationId xmlns:a16="http://schemas.microsoft.com/office/drawing/2014/main" id="{61323E62-ACAC-65FA-EC4F-9F542ECE3CBC}"/>
              </a:ext>
            </a:extLst>
          </p:cNvPr>
          <p:cNvSpPr/>
          <p:nvPr/>
        </p:nvSpPr>
        <p:spPr>
          <a:xfrm>
            <a:off x="2265298" y="4728400"/>
            <a:ext cx="1768222" cy="73152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a:p>
        </p:txBody>
      </p:sp>
      <p:sp>
        <p:nvSpPr>
          <p:cNvPr id="40" name="TextBox 39">
            <a:extLst>
              <a:ext uri="{FF2B5EF4-FFF2-40B4-BE49-F238E27FC236}">
                <a16:creationId xmlns:a16="http://schemas.microsoft.com/office/drawing/2014/main" id="{9D5281C0-CFA1-0AD9-7F26-765936DC1C7A}"/>
              </a:ext>
            </a:extLst>
          </p:cNvPr>
          <p:cNvSpPr txBox="1"/>
          <p:nvPr/>
        </p:nvSpPr>
        <p:spPr>
          <a:xfrm>
            <a:off x="2660984" y="4909494"/>
            <a:ext cx="1656080" cy="369332"/>
          </a:xfrm>
          <a:prstGeom prst="rect">
            <a:avLst/>
          </a:prstGeom>
          <a:noFill/>
        </p:spPr>
        <p:txBody>
          <a:bodyPr wrap="square" rtlCol="0">
            <a:spAutoFit/>
          </a:bodyPr>
          <a:lstStyle/>
          <a:p>
            <a:r>
              <a:rPr lang="en-IN" dirty="0"/>
              <a:t>Admins</a:t>
            </a:r>
          </a:p>
        </p:txBody>
      </p:sp>
      <p:cxnSp>
        <p:nvCxnSpPr>
          <p:cNvPr id="41" name="Straight Arrow Connector 40">
            <a:extLst>
              <a:ext uri="{FF2B5EF4-FFF2-40B4-BE49-F238E27FC236}">
                <a16:creationId xmlns:a16="http://schemas.microsoft.com/office/drawing/2014/main" id="{8CE8D7B8-BCF4-FA1B-CD67-46162FB81FC3}"/>
              </a:ext>
            </a:extLst>
          </p:cNvPr>
          <p:cNvCxnSpPr>
            <a:cxnSpLocks/>
            <a:stCxn id="28" idx="2"/>
            <a:endCxn id="39" idx="1"/>
          </p:cNvCxnSpPr>
          <p:nvPr/>
        </p:nvCxnSpPr>
        <p:spPr>
          <a:xfrm>
            <a:off x="815992" y="3948382"/>
            <a:ext cx="1449306" cy="11457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086D8CF4-28C5-5A20-E546-FB660DDADE90}"/>
              </a:ext>
            </a:extLst>
          </p:cNvPr>
          <p:cNvCxnSpPr>
            <a:cxnSpLocks/>
            <a:stCxn id="49" idx="3"/>
            <a:endCxn id="56" idx="1"/>
          </p:cNvCxnSpPr>
          <p:nvPr/>
        </p:nvCxnSpPr>
        <p:spPr>
          <a:xfrm>
            <a:off x="8092293" y="2276716"/>
            <a:ext cx="686951"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A195A7A5-70FE-4A58-475E-D41E2022B5B2}"/>
              </a:ext>
            </a:extLst>
          </p:cNvPr>
          <p:cNvCxnSpPr>
            <a:cxnSpLocks/>
          </p:cNvCxnSpPr>
          <p:nvPr/>
        </p:nvCxnSpPr>
        <p:spPr>
          <a:xfrm>
            <a:off x="4026303" y="5122896"/>
            <a:ext cx="82868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5564912C-B279-E794-F9F9-504ADFC484C6}"/>
              </a:ext>
            </a:extLst>
          </p:cNvPr>
          <p:cNvCxnSpPr>
            <a:cxnSpLocks/>
            <a:stCxn id="60" idx="3"/>
          </p:cNvCxnSpPr>
          <p:nvPr/>
        </p:nvCxnSpPr>
        <p:spPr>
          <a:xfrm flipV="1">
            <a:off x="8054042" y="3251073"/>
            <a:ext cx="2014518" cy="17628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9" name="Picture 48">
            <a:extLst>
              <a:ext uri="{FF2B5EF4-FFF2-40B4-BE49-F238E27FC236}">
                <a16:creationId xmlns:a16="http://schemas.microsoft.com/office/drawing/2014/main" id="{78D5885D-8BC8-D16D-48C7-EB6111DE96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61598" y="1339958"/>
            <a:ext cx="3330695" cy="1873516"/>
          </a:xfrm>
          <a:prstGeom prst="rect">
            <a:avLst/>
          </a:prstGeom>
        </p:spPr>
      </p:pic>
      <p:pic>
        <p:nvPicPr>
          <p:cNvPr id="56" name="Picture 55">
            <a:extLst>
              <a:ext uri="{FF2B5EF4-FFF2-40B4-BE49-F238E27FC236}">
                <a16:creationId xmlns:a16="http://schemas.microsoft.com/office/drawing/2014/main" id="{37ECFBAE-AD2E-CDB3-0785-F3EA708459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79244" y="1339959"/>
            <a:ext cx="3330695" cy="1873516"/>
          </a:xfrm>
          <a:prstGeom prst="rect">
            <a:avLst/>
          </a:prstGeom>
        </p:spPr>
      </p:pic>
      <p:pic>
        <p:nvPicPr>
          <p:cNvPr id="60" name="Picture 59">
            <a:extLst>
              <a:ext uri="{FF2B5EF4-FFF2-40B4-BE49-F238E27FC236}">
                <a16:creationId xmlns:a16="http://schemas.microsoft.com/office/drawing/2014/main" id="{87BD9436-6B0E-F3D4-69CB-270FF2C884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93337" y="4023360"/>
            <a:ext cx="3260705" cy="1981201"/>
          </a:xfrm>
          <a:prstGeom prst="rect">
            <a:avLst/>
          </a:prstGeom>
        </p:spPr>
      </p:pic>
      <p:sp>
        <p:nvSpPr>
          <p:cNvPr id="65" name="TextBox 64">
            <a:extLst>
              <a:ext uri="{FF2B5EF4-FFF2-40B4-BE49-F238E27FC236}">
                <a16:creationId xmlns:a16="http://schemas.microsoft.com/office/drawing/2014/main" id="{AA3B285A-52EB-27B1-F5EB-E2AAC37A950D}"/>
              </a:ext>
            </a:extLst>
          </p:cNvPr>
          <p:cNvSpPr txBox="1"/>
          <p:nvPr/>
        </p:nvSpPr>
        <p:spPr>
          <a:xfrm>
            <a:off x="5728704" y="3219956"/>
            <a:ext cx="6101080" cy="369332"/>
          </a:xfrm>
          <a:prstGeom prst="rect">
            <a:avLst/>
          </a:prstGeom>
          <a:noFill/>
        </p:spPr>
        <p:txBody>
          <a:bodyPr wrap="square">
            <a:spAutoFit/>
          </a:bodyPr>
          <a:lstStyle/>
          <a:p>
            <a:r>
              <a:rPr lang="en-IN" dirty="0"/>
              <a:t>Users Page</a:t>
            </a:r>
          </a:p>
        </p:txBody>
      </p:sp>
      <p:sp>
        <p:nvSpPr>
          <p:cNvPr id="67" name="TextBox 66">
            <a:extLst>
              <a:ext uri="{FF2B5EF4-FFF2-40B4-BE49-F238E27FC236}">
                <a16:creationId xmlns:a16="http://schemas.microsoft.com/office/drawing/2014/main" id="{3844BF01-CB6D-D7CF-F94A-3B977CFA62BA}"/>
              </a:ext>
            </a:extLst>
          </p:cNvPr>
          <p:cNvSpPr txBox="1"/>
          <p:nvPr/>
        </p:nvSpPr>
        <p:spPr>
          <a:xfrm>
            <a:off x="5568214" y="6004561"/>
            <a:ext cx="6101080" cy="369332"/>
          </a:xfrm>
          <a:prstGeom prst="rect">
            <a:avLst/>
          </a:prstGeom>
          <a:noFill/>
        </p:spPr>
        <p:txBody>
          <a:bodyPr wrap="square">
            <a:spAutoFit/>
          </a:bodyPr>
          <a:lstStyle/>
          <a:p>
            <a:r>
              <a:rPr lang="en-IN" dirty="0"/>
              <a:t>Admins Page</a:t>
            </a:r>
          </a:p>
        </p:txBody>
      </p:sp>
      <p:sp>
        <p:nvSpPr>
          <p:cNvPr id="69" name="TextBox 68">
            <a:extLst>
              <a:ext uri="{FF2B5EF4-FFF2-40B4-BE49-F238E27FC236}">
                <a16:creationId xmlns:a16="http://schemas.microsoft.com/office/drawing/2014/main" id="{80905A06-FEB6-63B4-AD19-C2A73B08B5A1}"/>
              </a:ext>
            </a:extLst>
          </p:cNvPr>
          <p:cNvSpPr txBox="1"/>
          <p:nvPr/>
        </p:nvSpPr>
        <p:spPr>
          <a:xfrm>
            <a:off x="10162540" y="3244334"/>
            <a:ext cx="6101080" cy="369332"/>
          </a:xfrm>
          <a:prstGeom prst="rect">
            <a:avLst/>
          </a:prstGeom>
          <a:noFill/>
        </p:spPr>
        <p:txBody>
          <a:bodyPr wrap="square">
            <a:spAutoFit/>
          </a:bodyPr>
          <a:lstStyle/>
          <a:p>
            <a:r>
              <a:rPr lang="en-IN" dirty="0"/>
              <a:t>Email</a:t>
            </a:r>
          </a:p>
        </p:txBody>
      </p:sp>
    </p:spTree>
    <p:extLst>
      <p:ext uri="{BB962C8B-B14F-4D97-AF65-F5344CB8AC3E}">
        <p14:creationId xmlns:p14="http://schemas.microsoft.com/office/powerpoint/2010/main" val="849281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3D830-E324-BEB2-231A-77DFCFCFB386}"/>
            </a:ext>
          </a:extLst>
        </p:cNvPr>
        <p:cNvGrpSpPr/>
        <p:nvPr/>
      </p:nvGrpSpPr>
      <p:grpSpPr>
        <a:xfrm>
          <a:off x="0" y="0"/>
          <a:ext cx="0" cy="0"/>
          <a:chOff x="0" y="0"/>
          <a:chExt cx="0" cy="0"/>
        </a:xfrm>
      </p:grpSpPr>
      <p:grpSp>
        <p:nvGrpSpPr>
          <p:cNvPr id="2" name="object 4">
            <a:extLst>
              <a:ext uri="{FF2B5EF4-FFF2-40B4-BE49-F238E27FC236}">
                <a16:creationId xmlns:a16="http://schemas.microsoft.com/office/drawing/2014/main" id="{A51C7592-B70B-5F89-A7BF-546158BE0EBE}"/>
              </a:ext>
            </a:extLst>
          </p:cNvPr>
          <p:cNvGrpSpPr/>
          <p:nvPr/>
        </p:nvGrpSpPr>
        <p:grpSpPr>
          <a:xfrm>
            <a:off x="9525" y="0"/>
            <a:ext cx="12182475" cy="162530"/>
            <a:chOff x="609600" y="6506308"/>
            <a:chExt cx="8121650" cy="316867"/>
          </a:xfrm>
          <a:solidFill>
            <a:schemeClr val="tx2"/>
          </a:solidFill>
        </p:grpSpPr>
        <p:sp>
          <p:nvSpPr>
            <p:cNvPr id="3" name="object 5">
              <a:extLst>
                <a:ext uri="{FF2B5EF4-FFF2-40B4-BE49-F238E27FC236}">
                  <a16:creationId xmlns:a16="http://schemas.microsoft.com/office/drawing/2014/main" id="{8B6F67C9-57E5-40BF-6F21-4EB24554A7AF}"/>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4" name="object 6">
              <a:extLst>
                <a:ext uri="{FF2B5EF4-FFF2-40B4-BE49-F238E27FC236}">
                  <a16:creationId xmlns:a16="http://schemas.microsoft.com/office/drawing/2014/main" id="{1ED81A7A-6434-24EE-2F6F-029F5B4749DF}"/>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8" name="object 4">
            <a:extLst>
              <a:ext uri="{FF2B5EF4-FFF2-40B4-BE49-F238E27FC236}">
                <a16:creationId xmlns:a16="http://schemas.microsoft.com/office/drawing/2014/main" id="{05BDCB6F-036C-BF3A-BFC9-889835F83D49}"/>
              </a:ext>
            </a:extLst>
          </p:cNvPr>
          <p:cNvGrpSpPr/>
          <p:nvPr/>
        </p:nvGrpSpPr>
        <p:grpSpPr>
          <a:xfrm>
            <a:off x="19050" y="6516303"/>
            <a:ext cx="12182475" cy="323044"/>
            <a:chOff x="609600" y="6506308"/>
            <a:chExt cx="8121650" cy="316867"/>
          </a:xfrm>
          <a:solidFill>
            <a:schemeClr val="tx2"/>
          </a:solidFill>
        </p:grpSpPr>
        <p:sp>
          <p:nvSpPr>
            <p:cNvPr id="9" name="object 5">
              <a:extLst>
                <a:ext uri="{FF2B5EF4-FFF2-40B4-BE49-F238E27FC236}">
                  <a16:creationId xmlns:a16="http://schemas.microsoft.com/office/drawing/2014/main" id="{759D33C6-14A4-3059-9A67-9501E389F6DB}"/>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0" name="object 6">
              <a:extLst>
                <a:ext uri="{FF2B5EF4-FFF2-40B4-BE49-F238E27FC236}">
                  <a16:creationId xmlns:a16="http://schemas.microsoft.com/office/drawing/2014/main" id="{2D3B351D-902F-57B6-AC4D-78B80EC48EB3}"/>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7" name="TextBox 16">
            <a:extLst>
              <a:ext uri="{FF2B5EF4-FFF2-40B4-BE49-F238E27FC236}">
                <a16:creationId xmlns:a16="http://schemas.microsoft.com/office/drawing/2014/main" id="{C9E23E91-2CD4-63B9-97D8-6ABAAA76B08D}"/>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8" name="TextBox 17">
            <a:extLst>
              <a:ext uri="{FF2B5EF4-FFF2-40B4-BE49-F238E27FC236}">
                <a16:creationId xmlns:a16="http://schemas.microsoft.com/office/drawing/2014/main" id="{5E89B478-80B8-3E2A-AE4E-D451AD083454}"/>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sp>
        <p:nvSpPr>
          <p:cNvPr id="6" name="TextBox 5">
            <a:extLst>
              <a:ext uri="{FF2B5EF4-FFF2-40B4-BE49-F238E27FC236}">
                <a16:creationId xmlns:a16="http://schemas.microsoft.com/office/drawing/2014/main" id="{15F5CB41-E812-2307-E4FE-3E8BE1541EE6}"/>
              </a:ext>
            </a:extLst>
          </p:cNvPr>
          <p:cNvSpPr txBox="1"/>
          <p:nvPr/>
        </p:nvSpPr>
        <p:spPr>
          <a:xfrm>
            <a:off x="494292" y="572734"/>
            <a:ext cx="10858500" cy="369332"/>
          </a:xfrm>
          <a:prstGeom prst="rect">
            <a:avLst/>
          </a:prstGeom>
          <a:noFill/>
        </p:spPr>
        <p:txBody>
          <a:bodyPr wrap="square">
            <a:spAutoFit/>
          </a:bodyPr>
          <a:lstStyle/>
          <a:p>
            <a:pPr algn="just"/>
            <a:r>
              <a:rPr lang="en-US" b="1" u="sng" dirty="0"/>
              <a:t>4. Update the status of  orders of the users  by the  Admins and updated Notification  Email Sended</a:t>
            </a:r>
            <a:endParaRPr lang="en-US" u="sng" dirty="0"/>
          </a:p>
        </p:txBody>
      </p:sp>
      <p:sp>
        <p:nvSpPr>
          <p:cNvPr id="7" name="Rectangle: Rounded Corners 6">
            <a:extLst>
              <a:ext uri="{FF2B5EF4-FFF2-40B4-BE49-F238E27FC236}">
                <a16:creationId xmlns:a16="http://schemas.microsoft.com/office/drawing/2014/main" id="{22A8EBE5-F270-E818-8A9B-955F9BE12866}"/>
              </a:ext>
            </a:extLst>
          </p:cNvPr>
          <p:cNvSpPr/>
          <p:nvPr/>
        </p:nvSpPr>
        <p:spPr>
          <a:xfrm>
            <a:off x="396565" y="1535810"/>
            <a:ext cx="1574833" cy="811763"/>
          </a:xfrm>
          <a:prstGeom prst="round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E091E8E1-C48F-3416-865C-9B86167DB488}"/>
              </a:ext>
            </a:extLst>
          </p:cNvPr>
          <p:cNvSpPr txBox="1"/>
          <p:nvPr/>
        </p:nvSpPr>
        <p:spPr>
          <a:xfrm>
            <a:off x="633476" y="1777143"/>
            <a:ext cx="1101013" cy="369332"/>
          </a:xfrm>
          <a:prstGeom prst="rect">
            <a:avLst/>
          </a:prstGeom>
          <a:noFill/>
        </p:spPr>
        <p:txBody>
          <a:bodyPr wrap="square" rtlCol="0">
            <a:spAutoFit/>
          </a:bodyPr>
          <a:lstStyle/>
          <a:p>
            <a:r>
              <a:rPr lang="en-IN" b="1" dirty="0"/>
              <a:t>Admins</a:t>
            </a:r>
          </a:p>
        </p:txBody>
      </p:sp>
      <p:pic>
        <p:nvPicPr>
          <p:cNvPr id="14" name="Picture 13">
            <a:extLst>
              <a:ext uri="{FF2B5EF4-FFF2-40B4-BE49-F238E27FC236}">
                <a16:creationId xmlns:a16="http://schemas.microsoft.com/office/drawing/2014/main" id="{9267D5DF-9849-B243-2367-F0EF3FA6FA2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7320" y="3328853"/>
            <a:ext cx="3172092" cy="1784302"/>
          </a:xfrm>
          <a:prstGeom prst="rect">
            <a:avLst/>
          </a:prstGeom>
        </p:spPr>
      </p:pic>
      <p:pic>
        <p:nvPicPr>
          <p:cNvPr id="19" name="Picture 18">
            <a:extLst>
              <a:ext uri="{FF2B5EF4-FFF2-40B4-BE49-F238E27FC236}">
                <a16:creationId xmlns:a16="http://schemas.microsoft.com/office/drawing/2014/main" id="{4DC25422-A07F-DD71-A68A-4C15A59AFD2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60003" y="3328853"/>
            <a:ext cx="3333566" cy="1784302"/>
          </a:xfrm>
          <a:prstGeom prst="rect">
            <a:avLst/>
          </a:prstGeom>
        </p:spPr>
      </p:pic>
      <p:sp>
        <p:nvSpPr>
          <p:cNvPr id="21" name="TextBox 20">
            <a:extLst>
              <a:ext uri="{FF2B5EF4-FFF2-40B4-BE49-F238E27FC236}">
                <a16:creationId xmlns:a16="http://schemas.microsoft.com/office/drawing/2014/main" id="{5E5C33A2-F2F0-1BF9-D2E8-92A36B0D1B8F}"/>
              </a:ext>
            </a:extLst>
          </p:cNvPr>
          <p:cNvSpPr txBox="1"/>
          <p:nvPr/>
        </p:nvSpPr>
        <p:spPr>
          <a:xfrm>
            <a:off x="9203356" y="5337299"/>
            <a:ext cx="1962484" cy="369332"/>
          </a:xfrm>
          <a:prstGeom prst="rect">
            <a:avLst/>
          </a:prstGeom>
          <a:noFill/>
        </p:spPr>
        <p:txBody>
          <a:bodyPr wrap="square" rtlCol="0">
            <a:spAutoFit/>
          </a:bodyPr>
          <a:lstStyle/>
          <a:p>
            <a:r>
              <a:rPr lang="en-IN" dirty="0"/>
              <a:t>Email Notification</a:t>
            </a:r>
          </a:p>
        </p:txBody>
      </p:sp>
      <p:sp>
        <p:nvSpPr>
          <p:cNvPr id="22" name="TextBox 21">
            <a:extLst>
              <a:ext uri="{FF2B5EF4-FFF2-40B4-BE49-F238E27FC236}">
                <a16:creationId xmlns:a16="http://schemas.microsoft.com/office/drawing/2014/main" id="{218F28AF-5B32-2D4F-59B3-D5FD11C6A541}"/>
              </a:ext>
            </a:extLst>
          </p:cNvPr>
          <p:cNvSpPr txBox="1"/>
          <p:nvPr/>
        </p:nvSpPr>
        <p:spPr>
          <a:xfrm>
            <a:off x="473972" y="5301868"/>
            <a:ext cx="2885440" cy="369332"/>
          </a:xfrm>
          <a:prstGeom prst="rect">
            <a:avLst/>
          </a:prstGeom>
          <a:noFill/>
        </p:spPr>
        <p:txBody>
          <a:bodyPr wrap="square" rtlCol="0">
            <a:spAutoFit/>
          </a:bodyPr>
          <a:lstStyle/>
          <a:p>
            <a:r>
              <a:rPr lang="en-IN" dirty="0"/>
              <a:t>Admin DashBoard</a:t>
            </a:r>
          </a:p>
        </p:txBody>
      </p:sp>
      <p:sp>
        <p:nvSpPr>
          <p:cNvPr id="24" name="TextBox 23">
            <a:extLst>
              <a:ext uri="{FF2B5EF4-FFF2-40B4-BE49-F238E27FC236}">
                <a16:creationId xmlns:a16="http://schemas.microsoft.com/office/drawing/2014/main" id="{B84F4AE0-FA90-7175-364F-A8C15105FCCF}"/>
              </a:ext>
            </a:extLst>
          </p:cNvPr>
          <p:cNvSpPr txBox="1"/>
          <p:nvPr/>
        </p:nvSpPr>
        <p:spPr>
          <a:xfrm>
            <a:off x="5316220" y="5225227"/>
            <a:ext cx="6101080" cy="369332"/>
          </a:xfrm>
          <a:prstGeom prst="rect">
            <a:avLst/>
          </a:prstGeom>
          <a:noFill/>
        </p:spPr>
        <p:txBody>
          <a:bodyPr wrap="square">
            <a:spAutoFit/>
          </a:bodyPr>
          <a:lstStyle/>
          <a:p>
            <a:r>
              <a:rPr lang="en-IN" dirty="0"/>
              <a:t>Orders Page</a:t>
            </a:r>
          </a:p>
        </p:txBody>
      </p:sp>
      <p:cxnSp>
        <p:nvCxnSpPr>
          <p:cNvPr id="25" name="Straight Arrow Connector 24">
            <a:extLst>
              <a:ext uri="{FF2B5EF4-FFF2-40B4-BE49-F238E27FC236}">
                <a16:creationId xmlns:a16="http://schemas.microsoft.com/office/drawing/2014/main" id="{FA5E9B55-7FC4-83F9-F261-375C7006CE0D}"/>
              </a:ext>
            </a:extLst>
          </p:cNvPr>
          <p:cNvCxnSpPr>
            <a:cxnSpLocks/>
            <a:stCxn id="7" idx="2"/>
          </p:cNvCxnSpPr>
          <p:nvPr/>
        </p:nvCxnSpPr>
        <p:spPr>
          <a:xfrm flipH="1">
            <a:off x="1183981" y="2347573"/>
            <a:ext cx="1" cy="9812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F8C02003-77F6-0AF4-3A39-97FB4982EFF5}"/>
              </a:ext>
            </a:extLst>
          </p:cNvPr>
          <p:cNvCxnSpPr>
            <a:cxnSpLocks/>
          </p:cNvCxnSpPr>
          <p:nvPr/>
        </p:nvCxnSpPr>
        <p:spPr>
          <a:xfrm>
            <a:off x="3359412" y="4231164"/>
            <a:ext cx="100059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4122BC55-2858-D0AD-50AC-FCA3781D44A8}"/>
              </a:ext>
            </a:extLst>
          </p:cNvPr>
          <p:cNvCxnSpPr>
            <a:cxnSpLocks/>
            <a:stCxn id="19" idx="3"/>
          </p:cNvCxnSpPr>
          <p:nvPr/>
        </p:nvCxnSpPr>
        <p:spPr>
          <a:xfrm>
            <a:off x="7693569" y="4221004"/>
            <a:ext cx="100059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4" name="Picture 33">
            <a:extLst>
              <a:ext uri="{FF2B5EF4-FFF2-40B4-BE49-F238E27FC236}">
                <a16:creationId xmlns:a16="http://schemas.microsoft.com/office/drawing/2014/main" id="{7D001085-F3E9-0ECC-0514-4A4304AB76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73985" y="3295675"/>
            <a:ext cx="3330695" cy="1873516"/>
          </a:xfrm>
          <a:prstGeom prst="rect">
            <a:avLst/>
          </a:prstGeom>
        </p:spPr>
      </p:pic>
    </p:spTree>
    <p:extLst>
      <p:ext uri="{BB962C8B-B14F-4D97-AF65-F5344CB8AC3E}">
        <p14:creationId xmlns:p14="http://schemas.microsoft.com/office/powerpoint/2010/main" val="3388767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64E98-AB31-5829-4CDB-0C40AC183F9F}"/>
            </a:ext>
          </a:extLst>
        </p:cNvPr>
        <p:cNvGrpSpPr/>
        <p:nvPr/>
      </p:nvGrpSpPr>
      <p:grpSpPr>
        <a:xfrm>
          <a:off x="0" y="0"/>
          <a:ext cx="0" cy="0"/>
          <a:chOff x="0" y="0"/>
          <a:chExt cx="0" cy="0"/>
        </a:xfrm>
      </p:grpSpPr>
      <p:grpSp>
        <p:nvGrpSpPr>
          <p:cNvPr id="2" name="object 4">
            <a:extLst>
              <a:ext uri="{FF2B5EF4-FFF2-40B4-BE49-F238E27FC236}">
                <a16:creationId xmlns:a16="http://schemas.microsoft.com/office/drawing/2014/main" id="{5AAD60D7-E09F-B3DA-0F21-4E317AA6E563}"/>
              </a:ext>
            </a:extLst>
          </p:cNvPr>
          <p:cNvGrpSpPr/>
          <p:nvPr/>
        </p:nvGrpSpPr>
        <p:grpSpPr>
          <a:xfrm>
            <a:off x="9525" y="0"/>
            <a:ext cx="12182475" cy="162530"/>
            <a:chOff x="609600" y="6506308"/>
            <a:chExt cx="8121650" cy="316867"/>
          </a:xfrm>
          <a:solidFill>
            <a:schemeClr val="tx2"/>
          </a:solidFill>
        </p:grpSpPr>
        <p:sp>
          <p:nvSpPr>
            <p:cNvPr id="3" name="object 5">
              <a:extLst>
                <a:ext uri="{FF2B5EF4-FFF2-40B4-BE49-F238E27FC236}">
                  <a16:creationId xmlns:a16="http://schemas.microsoft.com/office/drawing/2014/main" id="{179BFC1C-FD04-7D08-3C1E-280348FE6FA3}"/>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4" name="object 6">
              <a:extLst>
                <a:ext uri="{FF2B5EF4-FFF2-40B4-BE49-F238E27FC236}">
                  <a16:creationId xmlns:a16="http://schemas.microsoft.com/office/drawing/2014/main" id="{1D79F85B-740C-9894-6E75-8F17384DF98B}"/>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8" name="object 4">
            <a:extLst>
              <a:ext uri="{FF2B5EF4-FFF2-40B4-BE49-F238E27FC236}">
                <a16:creationId xmlns:a16="http://schemas.microsoft.com/office/drawing/2014/main" id="{EBD6F403-631C-0D16-5284-A08EFC77D58D}"/>
              </a:ext>
            </a:extLst>
          </p:cNvPr>
          <p:cNvGrpSpPr/>
          <p:nvPr/>
        </p:nvGrpSpPr>
        <p:grpSpPr>
          <a:xfrm>
            <a:off x="19050" y="6516303"/>
            <a:ext cx="12182475" cy="323044"/>
            <a:chOff x="609600" y="6506308"/>
            <a:chExt cx="8121650" cy="316867"/>
          </a:xfrm>
          <a:solidFill>
            <a:schemeClr val="tx2"/>
          </a:solidFill>
        </p:grpSpPr>
        <p:sp>
          <p:nvSpPr>
            <p:cNvPr id="9" name="object 5">
              <a:extLst>
                <a:ext uri="{FF2B5EF4-FFF2-40B4-BE49-F238E27FC236}">
                  <a16:creationId xmlns:a16="http://schemas.microsoft.com/office/drawing/2014/main" id="{9B4BEE60-494A-669C-D3F5-EA15982F5867}"/>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0" name="object 6">
              <a:extLst>
                <a:ext uri="{FF2B5EF4-FFF2-40B4-BE49-F238E27FC236}">
                  <a16:creationId xmlns:a16="http://schemas.microsoft.com/office/drawing/2014/main" id="{A04A9D6D-7572-4762-0A64-1E00C867007F}"/>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7" name="TextBox 16">
            <a:extLst>
              <a:ext uri="{FF2B5EF4-FFF2-40B4-BE49-F238E27FC236}">
                <a16:creationId xmlns:a16="http://schemas.microsoft.com/office/drawing/2014/main" id="{28A33F43-1721-CC31-D20E-48998E46B37E}"/>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8" name="TextBox 17">
            <a:extLst>
              <a:ext uri="{FF2B5EF4-FFF2-40B4-BE49-F238E27FC236}">
                <a16:creationId xmlns:a16="http://schemas.microsoft.com/office/drawing/2014/main" id="{E6504058-5D7B-1D1E-D6CC-7ED75AC74ED9}"/>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sp>
        <p:nvSpPr>
          <p:cNvPr id="6" name="TextBox 5">
            <a:extLst>
              <a:ext uri="{FF2B5EF4-FFF2-40B4-BE49-F238E27FC236}">
                <a16:creationId xmlns:a16="http://schemas.microsoft.com/office/drawing/2014/main" id="{EF933DBA-73AD-A246-5980-0E9DA557329B}"/>
              </a:ext>
            </a:extLst>
          </p:cNvPr>
          <p:cNvSpPr txBox="1"/>
          <p:nvPr/>
        </p:nvSpPr>
        <p:spPr>
          <a:xfrm>
            <a:off x="102669" y="337687"/>
            <a:ext cx="11529060" cy="369332"/>
          </a:xfrm>
          <a:prstGeom prst="rect">
            <a:avLst/>
          </a:prstGeom>
          <a:noFill/>
        </p:spPr>
        <p:txBody>
          <a:bodyPr wrap="square">
            <a:spAutoFit/>
          </a:bodyPr>
          <a:lstStyle/>
          <a:p>
            <a:pPr algn="just"/>
            <a:r>
              <a:rPr lang="en-US" b="1" u="sng" dirty="0"/>
              <a:t>5. User Payment Gateway</a:t>
            </a:r>
            <a:endParaRPr lang="en-US" u="sng" dirty="0"/>
          </a:p>
        </p:txBody>
      </p:sp>
      <p:sp>
        <p:nvSpPr>
          <p:cNvPr id="7" name="Rectangle: Rounded Corners 6">
            <a:extLst>
              <a:ext uri="{FF2B5EF4-FFF2-40B4-BE49-F238E27FC236}">
                <a16:creationId xmlns:a16="http://schemas.microsoft.com/office/drawing/2014/main" id="{8C129B5F-D744-8C22-9D33-87F6F97EBC8C}"/>
              </a:ext>
            </a:extLst>
          </p:cNvPr>
          <p:cNvSpPr/>
          <p:nvPr/>
        </p:nvSpPr>
        <p:spPr>
          <a:xfrm>
            <a:off x="102669" y="1603087"/>
            <a:ext cx="1101013" cy="733713"/>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5C67FB58-B2FA-50E1-4DAA-D9360067C651}"/>
              </a:ext>
            </a:extLst>
          </p:cNvPr>
          <p:cNvSpPr txBox="1"/>
          <p:nvPr/>
        </p:nvSpPr>
        <p:spPr>
          <a:xfrm>
            <a:off x="290176" y="1752384"/>
            <a:ext cx="1101013" cy="369332"/>
          </a:xfrm>
          <a:prstGeom prst="rect">
            <a:avLst/>
          </a:prstGeom>
          <a:noFill/>
        </p:spPr>
        <p:txBody>
          <a:bodyPr wrap="square" rtlCol="0">
            <a:spAutoFit/>
          </a:bodyPr>
          <a:lstStyle/>
          <a:p>
            <a:r>
              <a:rPr lang="en-IN" b="1" dirty="0"/>
              <a:t>User </a:t>
            </a:r>
          </a:p>
        </p:txBody>
      </p:sp>
      <p:pic>
        <p:nvPicPr>
          <p:cNvPr id="14" name="Picture 13">
            <a:extLst>
              <a:ext uri="{FF2B5EF4-FFF2-40B4-BE49-F238E27FC236}">
                <a16:creationId xmlns:a16="http://schemas.microsoft.com/office/drawing/2014/main" id="{461D254C-60C9-0013-D31D-4760DD33EF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1902" y="1091612"/>
            <a:ext cx="2873314" cy="1616239"/>
          </a:xfrm>
          <a:prstGeom prst="rect">
            <a:avLst/>
          </a:prstGeom>
        </p:spPr>
      </p:pic>
      <p:pic>
        <p:nvPicPr>
          <p:cNvPr id="19" name="Picture 18">
            <a:extLst>
              <a:ext uri="{FF2B5EF4-FFF2-40B4-BE49-F238E27FC236}">
                <a16:creationId xmlns:a16="http://schemas.microsoft.com/office/drawing/2014/main" id="{F940D566-69B6-07E0-35DE-44B8D98FD8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80795" y="1091611"/>
            <a:ext cx="2873314" cy="1616239"/>
          </a:xfrm>
          <a:prstGeom prst="rect">
            <a:avLst/>
          </a:prstGeom>
        </p:spPr>
      </p:pic>
      <p:pic>
        <p:nvPicPr>
          <p:cNvPr id="21" name="Picture 20">
            <a:extLst>
              <a:ext uri="{FF2B5EF4-FFF2-40B4-BE49-F238E27FC236}">
                <a16:creationId xmlns:a16="http://schemas.microsoft.com/office/drawing/2014/main" id="{BC4623C4-8712-F8B8-A590-FB5B600C15F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45187" y="1081251"/>
            <a:ext cx="2891731" cy="1626599"/>
          </a:xfrm>
          <a:prstGeom prst="rect">
            <a:avLst/>
          </a:prstGeom>
        </p:spPr>
      </p:pic>
      <p:pic>
        <p:nvPicPr>
          <p:cNvPr id="23" name="Picture 22">
            <a:extLst>
              <a:ext uri="{FF2B5EF4-FFF2-40B4-BE49-F238E27FC236}">
                <a16:creationId xmlns:a16="http://schemas.microsoft.com/office/drawing/2014/main" id="{6D6CDDA0-5D38-7B5A-6613-D32FE925A9A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45187" y="4207705"/>
            <a:ext cx="2944144" cy="1656081"/>
          </a:xfrm>
          <a:prstGeom prst="rect">
            <a:avLst/>
          </a:prstGeom>
        </p:spPr>
      </p:pic>
      <p:pic>
        <p:nvPicPr>
          <p:cNvPr id="25" name="Picture 24">
            <a:extLst>
              <a:ext uri="{FF2B5EF4-FFF2-40B4-BE49-F238E27FC236}">
                <a16:creationId xmlns:a16="http://schemas.microsoft.com/office/drawing/2014/main" id="{DA5AF1C9-1A7B-5161-B633-E71B4F82193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294455" y="4173592"/>
            <a:ext cx="2859605" cy="1724305"/>
          </a:xfrm>
          <a:prstGeom prst="rect">
            <a:avLst/>
          </a:prstGeom>
        </p:spPr>
      </p:pic>
      <p:pic>
        <p:nvPicPr>
          <p:cNvPr id="27" name="Picture 26">
            <a:extLst>
              <a:ext uri="{FF2B5EF4-FFF2-40B4-BE49-F238E27FC236}">
                <a16:creationId xmlns:a16="http://schemas.microsoft.com/office/drawing/2014/main" id="{72244828-FD40-4BE5-3D88-81341789852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68445" y="3941188"/>
            <a:ext cx="3609652" cy="2030429"/>
          </a:xfrm>
          <a:prstGeom prst="rect">
            <a:avLst/>
          </a:prstGeom>
        </p:spPr>
      </p:pic>
      <p:cxnSp>
        <p:nvCxnSpPr>
          <p:cNvPr id="28" name="Straight Arrow Connector 27">
            <a:extLst>
              <a:ext uri="{FF2B5EF4-FFF2-40B4-BE49-F238E27FC236}">
                <a16:creationId xmlns:a16="http://schemas.microsoft.com/office/drawing/2014/main" id="{B102AEFC-C2FB-572A-1575-DA166EA12523}"/>
              </a:ext>
            </a:extLst>
          </p:cNvPr>
          <p:cNvCxnSpPr>
            <a:cxnSpLocks/>
            <a:endCxn id="14" idx="1"/>
          </p:cNvCxnSpPr>
          <p:nvPr/>
        </p:nvCxnSpPr>
        <p:spPr>
          <a:xfrm flipV="1">
            <a:off x="1207762" y="1899732"/>
            <a:ext cx="704140" cy="100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E80867CB-8393-751F-5E95-31A09A1E1A7A}"/>
              </a:ext>
            </a:extLst>
          </p:cNvPr>
          <p:cNvCxnSpPr>
            <a:cxnSpLocks/>
            <a:stCxn id="14" idx="3"/>
            <a:endCxn id="19" idx="1"/>
          </p:cNvCxnSpPr>
          <p:nvPr/>
        </p:nvCxnSpPr>
        <p:spPr>
          <a:xfrm flipV="1">
            <a:off x="4785216" y="1899731"/>
            <a:ext cx="895579"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F06E68C8-1E47-FDBC-288D-00FF1B7AB1A8}"/>
              </a:ext>
            </a:extLst>
          </p:cNvPr>
          <p:cNvCxnSpPr>
            <a:cxnSpLocks/>
            <a:stCxn id="23" idx="1"/>
            <a:endCxn id="25" idx="3"/>
          </p:cNvCxnSpPr>
          <p:nvPr/>
        </p:nvCxnSpPr>
        <p:spPr>
          <a:xfrm flipH="1" flipV="1">
            <a:off x="8154060" y="5035745"/>
            <a:ext cx="991127"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C7ED8D4E-8834-9D8C-6D5D-C8C215948604}"/>
              </a:ext>
            </a:extLst>
          </p:cNvPr>
          <p:cNvCxnSpPr>
            <a:cxnSpLocks/>
            <a:stCxn id="19" idx="3"/>
            <a:endCxn id="21" idx="1"/>
          </p:cNvCxnSpPr>
          <p:nvPr/>
        </p:nvCxnSpPr>
        <p:spPr>
          <a:xfrm flipV="1">
            <a:off x="8554109" y="1894551"/>
            <a:ext cx="591078" cy="5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6CE28AD0-A553-473A-8834-6DF6735665BA}"/>
              </a:ext>
            </a:extLst>
          </p:cNvPr>
          <p:cNvCxnSpPr>
            <a:cxnSpLocks/>
            <a:stCxn id="21" idx="2"/>
            <a:endCxn id="23" idx="0"/>
          </p:cNvCxnSpPr>
          <p:nvPr/>
        </p:nvCxnSpPr>
        <p:spPr>
          <a:xfrm>
            <a:off x="10591053" y="2707850"/>
            <a:ext cx="26206" cy="14998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6DFB5D4F-AFAD-EDE8-80F5-0DE7EBFA1150}"/>
              </a:ext>
            </a:extLst>
          </p:cNvPr>
          <p:cNvCxnSpPr>
            <a:cxnSpLocks/>
          </p:cNvCxnSpPr>
          <p:nvPr/>
        </p:nvCxnSpPr>
        <p:spPr>
          <a:xfrm flipH="1">
            <a:off x="4687314" y="4901724"/>
            <a:ext cx="6071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5" name="TextBox 54">
            <a:extLst>
              <a:ext uri="{FF2B5EF4-FFF2-40B4-BE49-F238E27FC236}">
                <a16:creationId xmlns:a16="http://schemas.microsoft.com/office/drawing/2014/main" id="{99C70D0A-6511-857C-9839-4ECBAE32B24D}"/>
              </a:ext>
            </a:extLst>
          </p:cNvPr>
          <p:cNvSpPr txBox="1"/>
          <p:nvPr/>
        </p:nvSpPr>
        <p:spPr>
          <a:xfrm>
            <a:off x="2816659" y="2772382"/>
            <a:ext cx="6101080" cy="369332"/>
          </a:xfrm>
          <a:prstGeom prst="rect">
            <a:avLst/>
          </a:prstGeom>
          <a:noFill/>
        </p:spPr>
        <p:txBody>
          <a:bodyPr wrap="square">
            <a:spAutoFit/>
          </a:bodyPr>
          <a:lstStyle/>
          <a:p>
            <a:r>
              <a:rPr lang="en-IN" dirty="0"/>
              <a:t>Login</a:t>
            </a:r>
          </a:p>
        </p:txBody>
      </p:sp>
      <p:sp>
        <p:nvSpPr>
          <p:cNvPr id="57" name="TextBox 56">
            <a:extLst>
              <a:ext uri="{FF2B5EF4-FFF2-40B4-BE49-F238E27FC236}">
                <a16:creationId xmlns:a16="http://schemas.microsoft.com/office/drawing/2014/main" id="{68BF1332-DCCC-4C63-B438-088FCA52CE8D}"/>
              </a:ext>
            </a:extLst>
          </p:cNvPr>
          <p:cNvSpPr txBox="1"/>
          <p:nvPr/>
        </p:nvSpPr>
        <p:spPr>
          <a:xfrm>
            <a:off x="6484620" y="2731133"/>
            <a:ext cx="6101080" cy="369332"/>
          </a:xfrm>
          <a:prstGeom prst="rect">
            <a:avLst/>
          </a:prstGeom>
          <a:noFill/>
        </p:spPr>
        <p:txBody>
          <a:bodyPr wrap="square">
            <a:spAutoFit/>
          </a:bodyPr>
          <a:lstStyle/>
          <a:p>
            <a:r>
              <a:rPr lang="en-IN" dirty="0"/>
              <a:t>User Page</a:t>
            </a:r>
          </a:p>
        </p:txBody>
      </p:sp>
      <p:sp>
        <p:nvSpPr>
          <p:cNvPr id="59" name="TextBox 58">
            <a:extLst>
              <a:ext uri="{FF2B5EF4-FFF2-40B4-BE49-F238E27FC236}">
                <a16:creationId xmlns:a16="http://schemas.microsoft.com/office/drawing/2014/main" id="{EE461CBE-B804-EF8A-AC0A-158F89608841}"/>
              </a:ext>
            </a:extLst>
          </p:cNvPr>
          <p:cNvSpPr txBox="1"/>
          <p:nvPr/>
        </p:nvSpPr>
        <p:spPr>
          <a:xfrm>
            <a:off x="9690100" y="2664776"/>
            <a:ext cx="6294120" cy="369332"/>
          </a:xfrm>
          <a:prstGeom prst="rect">
            <a:avLst/>
          </a:prstGeom>
          <a:noFill/>
        </p:spPr>
        <p:txBody>
          <a:bodyPr wrap="square">
            <a:spAutoFit/>
          </a:bodyPr>
          <a:lstStyle/>
          <a:p>
            <a:r>
              <a:rPr lang="en-IN" dirty="0"/>
              <a:t>Products Page</a:t>
            </a:r>
          </a:p>
        </p:txBody>
      </p:sp>
      <p:sp>
        <p:nvSpPr>
          <p:cNvPr id="61" name="TextBox 60">
            <a:extLst>
              <a:ext uri="{FF2B5EF4-FFF2-40B4-BE49-F238E27FC236}">
                <a16:creationId xmlns:a16="http://schemas.microsoft.com/office/drawing/2014/main" id="{E10327D8-8FF9-2AAA-F58A-A12292BBC0C4}"/>
              </a:ext>
            </a:extLst>
          </p:cNvPr>
          <p:cNvSpPr txBox="1"/>
          <p:nvPr/>
        </p:nvSpPr>
        <p:spPr>
          <a:xfrm>
            <a:off x="9690100" y="5874628"/>
            <a:ext cx="7990840" cy="369332"/>
          </a:xfrm>
          <a:prstGeom prst="rect">
            <a:avLst/>
          </a:prstGeom>
          <a:noFill/>
        </p:spPr>
        <p:txBody>
          <a:bodyPr wrap="square">
            <a:spAutoFit/>
          </a:bodyPr>
          <a:lstStyle/>
          <a:p>
            <a:r>
              <a:rPr lang="en-IN" dirty="0"/>
              <a:t>View Product Page</a:t>
            </a:r>
          </a:p>
        </p:txBody>
      </p:sp>
      <p:sp>
        <p:nvSpPr>
          <p:cNvPr id="63" name="TextBox 62">
            <a:extLst>
              <a:ext uri="{FF2B5EF4-FFF2-40B4-BE49-F238E27FC236}">
                <a16:creationId xmlns:a16="http://schemas.microsoft.com/office/drawing/2014/main" id="{47B15500-4D83-38CB-AF17-2E16F8A6C97A}"/>
              </a:ext>
            </a:extLst>
          </p:cNvPr>
          <p:cNvSpPr txBox="1"/>
          <p:nvPr/>
        </p:nvSpPr>
        <p:spPr>
          <a:xfrm>
            <a:off x="5867199" y="5962166"/>
            <a:ext cx="8839200" cy="369332"/>
          </a:xfrm>
          <a:prstGeom prst="rect">
            <a:avLst/>
          </a:prstGeom>
          <a:noFill/>
        </p:spPr>
        <p:txBody>
          <a:bodyPr wrap="square">
            <a:spAutoFit/>
          </a:bodyPr>
          <a:lstStyle/>
          <a:p>
            <a:r>
              <a:rPr lang="en-IN" dirty="0"/>
              <a:t>Orders Page</a:t>
            </a:r>
          </a:p>
        </p:txBody>
      </p:sp>
      <p:sp>
        <p:nvSpPr>
          <p:cNvPr id="65" name="TextBox 64">
            <a:extLst>
              <a:ext uri="{FF2B5EF4-FFF2-40B4-BE49-F238E27FC236}">
                <a16:creationId xmlns:a16="http://schemas.microsoft.com/office/drawing/2014/main" id="{D52C75E5-918A-2BA3-2AF6-9246710318B8}"/>
              </a:ext>
            </a:extLst>
          </p:cNvPr>
          <p:cNvSpPr txBox="1"/>
          <p:nvPr/>
        </p:nvSpPr>
        <p:spPr>
          <a:xfrm>
            <a:off x="1797976" y="6008279"/>
            <a:ext cx="8839200" cy="369332"/>
          </a:xfrm>
          <a:prstGeom prst="rect">
            <a:avLst/>
          </a:prstGeom>
          <a:noFill/>
        </p:spPr>
        <p:txBody>
          <a:bodyPr wrap="square">
            <a:spAutoFit/>
          </a:bodyPr>
          <a:lstStyle/>
          <a:p>
            <a:r>
              <a:rPr lang="en-IN" dirty="0"/>
              <a:t>Payment Page </a:t>
            </a:r>
          </a:p>
        </p:txBody>
      </p:sp>
    </p:spTree>
    <p:extLst>
      <p:ext uri="{BB962C8B-B14F-4D97-AF65-F5344CB8AC3E}">
        <p14:creationId xmlns:p14="http://schemas.microsoft.com/office/powerpoint/2010/main" val="250724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E55F4-8F5F-4FBC-F625-74103D774FB7}"/>
            </a:ext>
          </a:extLst>
        </p:cNvPr>
        <p:cNvGrpSpPr/>
        <p:nvPr/>
      </p:nvGrpSpPr>
      <p:grpSpPr>
        <a:xfrm>
          <a:off x="0" y="0"/>
          <a:ext cx="0" cy="0"/>
          <a:chOff x="0" y="0"/>
          <a:chExt cx="0" cy="0"/>
        </a:xfrm>
      </p:grpSpPr>
      <p:grpSp>
        <p:nvGrpSpPr>
          <p:cNvPr id="2" name="object 4">
            <a:extLst>
              <a:ext uri="{FF2B5EF4-FFF2-40B4-BE49-F238E27FC236}">
                <a16:creationId xmlns:a16="http://schemas.microsoft.com/office/drawing/2014/main" id="{5C919925-2FBA-DFF2-7BD2-3989FDA12033}"/>
              </a:ext>
            </a:extLst>
          </p:cNvPr>
          <p:cNvGrpSpPr/>
          <p:nvPr/>
        </p:nvGrpSpPr>
        <p:grpSpPr>
          <a:xfrm>
            <a:off x="9525" y="0"/>
            <a:ext cx="12182475" cy="162530"/>
            <a:chOff x="609600" y="6506308"/>
            <a:chExt cx="8121650" cy="316867"/>
          </a:xfrm>
          <a:solidFill>
            <a:schemeClr val="tx2"/>
          </a:solidFill>
        </p:grpSpPr>
        <p:sp>
          <p:nvSpPr>
            <p:cNvPr id="3" name="object 5">
              <a:extLst>
                <a:ext uri="{FF2B5EF4-FFF2-40B4-BE49-F238E27FC236}">
                  <a16:creationId xmlns:a16="http://schemas.microsoft.com/office/drawing/2014/main" id="{BF5C5B0C-2732-CCA2-C758-999C56F0F112}"/>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4" name="object 6">
              <a:extLst>
                <a:ext uri="{FF2B5EF4-FFF2-40B4-BE49-F238E27FC236}">
                  <a16:creationId xmlns:a16="http://schemas.microsoft.com/office/drawing/2014/main" id="{40943687-5975-8C00-DE16-13B4B304321C}"/>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8" name="object 4">
            <a:extLst>
              <a:ext uri="{FF2B5EF4-FFF2-40B4-BE49-F238E27FC236}">
                <a16:creationId xmlns:a16="http://schemas.microsoft.com/office/drawing/2014/main" id="{1D95F817-56E8-C2BB-9517-2F6DAE91311D}"/>
              </a:ext>
            </a:extLst>
          </p:cNvPr>
          <p:cNvGrpSpPr/>
          <p:nvPr/>
        </p:nvGrpSpPr>
        <p:grpSpPr>
          <a:xfrm>
            <a:off x="19050" y="6516303"/>
            <a:ext cx="12182475" cy="323044"/>
            <a:chOff x="609600" y="6506308"/>
            <a:chExt cx="8121650" cy="316867"/>
          </a:xfrm>
          <a:solidFill>
            <a:schemeClr val="tx2"/>
          </a:solidFill>
        </p:grpSpPr>
        <p:sp>
          <p:nvSpPr>
            <p:cNvPr id="9" name="object 5">
              <a:extLst>
                <a:ext uri="{FF2B5EF4-FFF2-40B4-BE49-F238E27FC236}">
                  <a16:creationId xmlns:a16="http://schemas.microsoft.com/office/drawing/2014/main" id="{373BB475-EA00-CE2E-07B3-0F64DB333FC6}"/>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0" name="object 6">
              <a:extLst>
                <a:ext uri="{FF2B5EF4-FFF2-40B4-BE49-F238E27FC236}">
                  <a16:creationId xmlns:a16="http://schemas.microsoft.com/office/drawing/2014/main" id="{C321CB65-9490-A9A3-8345-685B2ACD4D8D}"/>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7" name="TextBox 16">
            <a:extLst>
              <a:ext uri="{FF2B5EF4-FFF2-40B4-BE49-F238E27FC236}">
                <a16:creationId xmlns:a16="http://schemas.microsoft.com/office/drawing/2014/main" id="{DAFA6481-D389-4FAB-2FB3-8C051843A6D0}"/>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8" name="TextBox 17">
            <a:extLst>
              <a:ext uri="{FF2B5EF4-FFF2-40B4-BE49-F238E27FC236}">
                <a16:creationId xmlns:a16="http://schemas.microsoft.com/office/drawing/2014/main" id="{6AF020CB-264D-897C-63EE-9B822EEE30FA}"/>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pic>
        <p:nvPicPr>
          <p:cNvPr id="5" name="Picture 4">
            <a:extLst>
              <a:ext uri="{FF2B5EF4-FFF2-40B4-BE49-F238E27FC236}">
                <a16:creationId xmlns:a16="http://schemas.microsoft.com/office/drawing/2014/main" id="{D274A188-C594-6EF7-53EE-522933ECC6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94" y="233131"/>
            <a:ext cx="12073812" cy="6166278"/>
          </a:xfrm>
          <a:prstGeom prst="rect">
            <a:avLst/>
          </a:prstGeom>
        </p:spPr>
      </p:pic>
    </p:spTree>
    <p:extLst>
      <p:ext uri="{BB962C8B-B14F-4D97-AF65-F5344CB8AC3E}">
        <p14:creationId xmlns:p14="http://schemas.microsoft.com/office/powerpoint/2010/main" val="2633806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83C4C-2CC2-A11A-A6DA-B6A86D83A9C4}"/>
            </a:ext>
          </a:extLst>
        </p:cNvPr>
        <p:cNvGrpSpPr/>
        <p:nvPr/>
      </p:nvGrpSpPr>
      <p:grpSpPr>
        <a:xfrm>
          <a:off x="0" y="0"/>
          <a:ext cx="0" cy="0"/>
          <a:chOff x="0" y="0"/>
          <a:chExt cx="0" cy="0"/>
        </a:xfrm>
      </p:grpSpPr>
      <p:grpSp>
        <p:nvGrpSpPr>
          <p:cNvPr id="2" name="object 4">
            <a:extLst>
              <a:ext uri="{FF2B5EF4-FFF2-40B4-BE49-F238E27FC236}">
                <a16:creationId xmlns:a16="http://schemas.microsoft.com/office/drawing/2014/main" id="{AF933E3E-701C-E5D5-A57F-FB74CCF2C33C}"/>
              </a:ext>
            </a:extLst>
          </p:cNvPr>
          <p:cNvGrpSpPr/>
          <p:nvPr/>
        </p:nvGrpSpPr>
        <p:grpSpPr>
          <a:xfrm>
            <a:off x="9525" y="0"/>
            <a:ext cx="12182475" cy="162530"/>
            <a:chOff x="609600" y="6506308"/>
            <a:chExt cx="8121650" cy="316867"/>
          </a:xfrm>
          <a:solidFill>
            <a:schemeClr val="tx2"/>
          </a:solidFill>
        </p:grpSpPr>
        <p:sp>
          <p:nvSpPr>
            <p:cNvPr id="3" name="object 5">
              <a:extLst>
                <a:ext uri="{FF2B5EF4-FFF2-40B4-BE49-F238E27FC236}">
                  <a16:creationId xmlns:a16="http://schemas.microsoft.com/office/drawing/2014/main" id="{47E886B3-E6AC-3D64-81FB-5632DDF0C76F}"/>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4" name="object 6">
              <a:extLst>
                <a:ext uri="{FF2B5EF4-FFF2-40B4-BE49-F238E27FC236}">
                  <a16:creationId xmlns:a16="http://schemas.microsoft.com/office/drawing/2014/main" id="{E61B6D1D-8AC3-B6EF-3AFF-1F9F5B49E59F}"/>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8" name="object 4">
            <a:extLst>
              <a:ext uri="{FF2B5EF4-FFF2-40B4-BE49-F238E27FC236}">
                <a16:creationId xmlns:a16="http://schemas.microsoft.com/office/drawing/2014/main" id="{F28E9F60-A93B-499A-FA29-8BA3A5B2361F}"/>
              </a:ext>
            </a:extLst>
          </p:cNvPr>
          <p:cNvGrpSpPr/>
          <p:nvPr/>
        </p:nvGrpSpPr>
        <p:grpSpPr>
          <a:xfrm>
            <a:off x="19050" y="6516303"/>
            <a:ext cx="12182475" cy="323044"/>
            <a:chOff x="609600" y="6506308"/>
            <a:chExt cx="8121650" cy="316867"/>
          </a:xfrm>
          <a:solidFill>
            <a:schemeClr val="tx2"/>
          </a:solidFill>
        </p:grpSpPr>
        <p:sp>
          <p:nvSpPr>
            <p:cNvPr id="9" name="object 5">
              <a:extLst>
                <a:ext uri="{FF2B5EF4-FFF2-40B4-BE49-F238E27FC236}">
                  <a16:creationId xmlns:a16="http://schemas.microsoft.com/office/drawing/2014/main" id="{DDA1B8FE-EF9F-0F2D-B10B-D8BA6D3EB41F}"/>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0" name="object 6">
              <a:extLst>
                <a:ext uri="{FF2B5EF4-FFF2-40B4-BE49-F238E27FC236}">
                  <a16:creationId xmlns:a16="http://schemas.microsoft.com/office/drawing/2014/main" id="{A19FC850-AB54-D11D-1C0A-B0AD0A466553}"/>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7" name="TextBox 16">
            <a:extLst>
              <a:ext uri="{FF2B5EF4-FFF2-40B4-BE49-F238E27FC236}">
                <a16:creationId xmlns:a16="http://schemas.microsoft.com/office/drawing/2014/main" id="{94D7981F-C172-2065-B5E0-F2E09275DA11}"/>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8" name="TextBox 17">
            <a:extLst>
              <a:ext uri="{FF2B5EF4-FFF2-40B4-BE49-F238E27FC236}">
                <a16:creationId xmlns:a16="http://schemas.microsoft.com/office/drawing/2014/main" id="{7FFBCE75-3BFF-220F-7ECC-DF974D9C91F3}"/>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pic>
        <p:nvPicPr>
          <p:cNvPr id="5" name="Picture 4">
            <a:extLst>
              <a:ext uri="{FF2B5EF4-FFF2-40B4-BE49-F238E27FC236}">
                <a16:creationId xmlns:a16="http://schemas.microsoft.com/office/drawing/2014/main" id="{268ED9C2-4FDE-A0EA-0D5A-07A6BEE9A2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 y="243137"/>
            <a:ext cx="12027159" cy="6273165"/>
          </a:xfrm>
          <a:prstGeom prst="rect">
            <a:avLst/>
          </a:prstGeom>
        </p:spPr>
      </p:pic>
    </p:spTree>
    <p:extLst>
      <p:ext uri="{BB962C8B-B14F-4D97-AF65-F5344CB8AC3E}">
        <p14:creationId xmlns:p14="http://schemas.microsoft.com/office/powerpoint/2010/main" val="1219597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88CCE-1C8A-A844-9703-B01579A5F7C0}"/>
            </a:ext>
          </a:extLst>
        </p:cNvPr>
        <p:cNvGrpSpPr/>
        <p:nvPr/>
      </p:nvGrpSpPr>
      <p:grpSpPr>
        <a:xfrm>
          <a:off x="0" y="0"/>
          <a:ext cx="0" cy="0"/>
          <a:chOff x="0" y="0"/>
          <a:chExt cx="0" cy="0"/>
        </a:xfrm>
      </p:grpSpPr>
      <p:grpSp>
        <p:nvGrpSpPr>
          <p:cNvPr id="2" name="object 4">
            <a:extLst>
              <a:ext uri="{FF2B5EF4-FFF2-40B4-BE49-F238E27FC236}">
                <a16:creationId xmlns:a16="http://schemas.microsoft.com/office/drawing/2014/main" id="{FBFE801B-7423-F8D8-8085-6C3ABABED3A6}"/>
              </a:ext>
            </a:extLst>
          </p:cNvPr>
          <p:cNvGrpSpPr/>
          <p:nvPr/>
        </p:nvGrpSpPr>
        <p:grpSpPr>
          <a:xfrm>
            <a:off x="9525" y="0"/>
            <a:ext cx="12182475" cy="162530"/>
            <a:chOff x="609600" y="6506308"/>
            <a:chExt cx="8121650" cy="316867"/>
          </a:xfrm>
          <a:solidFill>
            <a:schemeClr val="tx2"/>
          </a:solidFill>
        </p:grpSpPr>
        <p:sp>
          <p:nvSpPr>
            <p:cNvPr id="3" name="object 5">
              <a:extLst>
                <a:ext uri="{FF2B5EF4-FFF2-40B4-BE49-F238E27FC236}">
                  <a16:creationId xmlns:a16="http://schemas.microsoft.com/office/drawing/2014/main" id="{B6B1720F-E07C-CCD5-77B0-3083B3C20468}"/>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4" name="object 6">
              <a:extLst>
                <a:ext uri="{FF2B5EF4-FFF2-40B4-BE49-F238E27FC236}">
                  <a16:creationId xmlns:a16="http://schemas.microsoft.com/office/drawing/2014/main" id="{2D76C745-63DF-5567-06F4-8A0161ACF889}"/>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8" name="object 4">
            <a:extLst>
              <a:ext uri="{FF2B5EF4-FFF2-40B4-BE49-F238E27FC236}">
                <a16:creationId xmlns:a16="http://schemas.microsoft.com/office/drawing/2014/main" id="{6CD3C4B5-8795-209B-06A6-30C66AE46AB9}"/>
              </a:ext>
            </a:extLst>
          </p:cNvPr>
          <p:cNvGrpSpPr/>
          <p:nvPr/>
        </p:nvGrpSpPr>
        <p:grpSpPr>
          <a:xfrm>
            <a:off x="19050" y="6516303"/>
            <a:ext cx="12182475" cy="323044"/>
            <a:chOff x="609600" y="6506308"/>
            <a:chExt cx="8121650" cy="316867"/>
          </a:xfrm>
          <a:solidFill>
            <a:schemeClr val="tx2"/>
          </a:solidFill>
        </p:grpSpPr>
        <p:sp>
          <p:nvSpPr>
            <p:cNvPr id="9" name="object 5">
              <a:extLst>
                <a:ext uri="{FF2B5EF4-FFF2-40B4-BE49-F238E27FC236}">
                  <a16:creationId xmlns:a16="http://schemas.microsoft.com/office/drawing/2014/main" id="{5B9DA1A0-A6BE-C3D6-311B-8782ED334A26}"/>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0" name="object 6">
              <a:extLst>
                <a:ext uri="{FF2B5EF4-FFF2-40B4-BE49-F238E27FC236}">
                  <a16:creationId xmlns:a16="http://schemas.microsoft.com/office/drawing/2014/main" id="{90776E88-2B33-5404-F0F9-4BAB5076406E}"/>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7" name="TextBox 16">
            <a:extLst>
              <a:ext uri="{FF2B5EF4-FFF2-40B4-BE49-F238E27FC236}">
                <a16:creationId xmlns:a16="http://schemas.microsoft.com/office/drawing/2014/main" id="{B7227784-8462-A49D-B266-BF3A40CA60E6}"/>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8" name="TextBox 17">
            <a:extLst>
              <a:ext uri="{FF2B5EF4-FFF2-40B4-BE49-F238E27FC236}">
                <a16:creationId xmlns:a16="http://schemas.microsoft.com/office/drawing/2014/main" id="{0D5DA44F-27DB-D764-A2FD-82EDE9AAB05D}"/>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pic>
        <p:nvPicPr>
          <p:cNvPr id="5" name="Picture 4">
            <a:extLst>
              <a:ext uri="{FF2B5EF4-FFF2-40B4-BE49-F238E27FC236}">
                <a16:creationId xmlns:a16="http://schemas.microsoft.com/office/drawing/2014/main" id="{ACB4561B-4ACB-DC09-B9ED-E35EA56F29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98" y="426720"/>
            <a:ext cx="12101804" cy="6004560"/>
          </a:xfrm>
          <a:prstGeom prst="rect">
            <a:avLst/>
          </a:prstGeom>
        </p:spPr>
      </p:pic>
    </p:spTree>
    <p:extLst>
      <p:ext uri="{BB962C8B-B14F-4D97-AF65-F5344CB8AC3E}">
        <p14:creationId xmlns:p14="http://schemas.microsoft.com/office/powerpoint/2010/main" val="733254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5">
            <a:extLst>
              <a:ext uri="{FF2B5EF4-FFF2-40B4-BE49-F238E27FC236}">
                <a16:creationId xmlns:a16="http://schemas.microsoft.com/office/drawing/2014/main" id="{5CBF98AE-6526-783F-F1D8-93514AA5A420}"/>
              </a:ext>
            </a:extLst>
          </p:cNvPr>
          <p:cNvSpPr txBox="1"/>
          <p:nvPr/>
        </p:nvSpPr>
        <p:spPr>
          <a:xfrm>
            <a:off x="4452848" y="98860"/>
            <a:ext cx="4272614" cy="830997"/>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4800" b="1" dirty="0">
                <a:solidFill>
                  <a:srgbClr val="0070C0"/>
                </a:solidFill>
                <a:cs typeface="Arial" pitchFamily="34" charset="0"/>
              </a:rPr>
              <a:t>Conclusion</a:t>
            </a:r>
          </a:p>
        </p:txBody>
      </p:sp>
      <p:sp>
        <p:nvSpPr>
          <p:cNvPr id="5" name="TextBox 2">
            <a:extLst>
              <a:ext uri="{FF2B5EF4-FFF2-40B4-BE49-F238E27FC236}">
                <a16:creationId xmlns:a16="http://schemas.microsoft.com/office/drawing/2014/main" id="{643325B6-93CA-19B2-0770-80A00E60102B}"/>
              </a:ext>
            </a:extLst>
          </p:cNvPr>
          <p:cNvSpPr txBox="1"/>
          <p:nvPr/>
        </p:nvSpPr>
        <p:spPr>
          <a:xfrm>
            <a:off x="45292" y="966788"/>
            <a:ext cx="12101416" cy="575542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IN" sz="1600" dirty="0">
                <a:effectLst/>
                <a:latin typeface="Times New Roman" panose="02020603050405020304" pitchFamily="18" charset="0"/>
                <a:ea typeface="Times New Roman" panose="02020603050405020304" pitchFamily="18" charset="0"/>
              </a:rPr>
              <a:t>The UrbanKart e-commerce project successfully utilized Spring Boot, HTML, CSS, and JavaScript to develop a user-friendly and efficient online shopping platform. By leveraging the strengths of Spring Boot for backend development and HTML, CSS, and JavaScript for frontend design, the platform offers a seamless user experience, robust functionality, and scalability. Key features such as secure authentication, shopping cart management, dynamic order processing, and real-time payment integration were implemented effectively. The project underscores the value of combining modern web technologies with a well-structured backend to meet user demands and business requirements.</a:t>
            </a:r>
            <a:endParaRPr lang="en-IN" sz="1400" dirty="0">
              <a:effectLst/>
              <a:latin typeface="Times New Roman" panose="02020603050405020304" pitchFamily="18" charset="0"/>
              <a:ea typeface="Times New Roman" panose="02020603050405020304" pitchFamily="18" charset="0"/>
            </a:endParaRPr>
          </a:p>
          <a:p>
            <a:pPr algn="just"/>
            <a:r>
              <a:rPr lang="en-IN" sz="1600" dirty="0">
                <a:effectLst/>
                <a:latin typeface="Times New Roman" panose="02020603050405020304" pitchFamily="18" charset="0"/>
                <a:ea typeface="Times New Roman" panose="02020603050405020304" pitchFamily="18" charset="0"/>
              </a:rPr>
              <a:t>Recommendations</a:t>
            </a:r>
            <a:endParaRPr lang="en-IN" sz="140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tabLst>
                <a:tab pos="457200" algn="l"/>
              </a:tabLst>
            </a:pPr>
            <a:r>
              <a:rPr lang="en-IN" sz="1600" dirty="0">
                <a:effectLst/>
                <a:latin typeface="Times New Roman" panose="02020603050405020304" pitchFamily="18" charset="0"/>
                <a:ea typeface="Times New Roman" panose="02020603050405020304" pitchFamily="18" charset="0"/>
              </a:rPr>
              <a:t>Enhance User Experience:</a:t>
            </a:r>
            <a:endParaRPr lang="en-IN" sz="1400" dirty="0">
              <a:effectLst/>
              <a:latin typeface="Times New Roman" panose="02020603050405020304" pitchFamily="18" charset="0"/>
              <a:ea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Introduce AI-based product recommendations tailored to user preferences and behavior.</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Implement dynamic filtering and sorting options for a more personalized shopping experience.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arabicPeriod"/>
              <a:tabLst>
                <a:tab pos="457200" algn="l"/>
              </a:tabLst>
            </a:pPr>
            <a:r>
              <a:rPr lang="en-IN" sz="1600" dirty="0">
                <a:effectLst/>
                <a:latin typeface="Times New Roman" panose="02020603050405020304" pitchFamily="18" charset="0"/>
                <a:ea typeface="Times New Roman" panose="02020603050405020304" pitchFamily="18" charset="0"/>
              </a:rPr>
              <a:t>Improve Performance:</a:t>
            </a:r>
            <a:endParaRPr lang="en-IN" sz="1400" dirty="0">
              <a:effectLst/>
              <a:latin typeface="Times New Roman" panose="02020603050405020304" pitchFamily="18" charset="0"/>
              <a:ea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Use caching mechanisms such as Redis to optimize page load times.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Adopt database indexing to improve query execution speed.</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arabicPeriod"/>
              <a:tabLst>
                <a:tab pos="457200" algn="l"/>
              </a:tabLst>
            </a:pPr>
            <a:r>
              <a:rPr lang="en-IN" sz="1600" dirty="0">
                <a:effectLst/>
                <a:latin typeface="Times New Roman" panose="02020603050405020304" pitchFamily="18" charset="0"/>
                <a:ea typeface="Times New Roman" panose="02020603050405020304" pitchFamily="18" charset="0"/>
              </a:rPr>
              <a:t>Expand Features:</a:t>
            </a:r>
            <a:endParaRPr lang="en-IN" sz="1400" dirty="0">
              <a:effectLst/>
              <a:latin typeface="Times New Roman" panose="02020603050405020304" pitchFamily="18" charset="0"/>
              <a:ea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Add real-time notifications for order status updates and promotional offers.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Integrate a robust review and rating system to build user trust.</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arabicPeriod"/>
              <a:tabLst>
                <a:tab pos="457200" algn="l"/>
              </a:tabLst>
            </a:pPr>
            <a:r>
              <a:rPr lang="en-IN" sz="1600" dirty="0">
                <a:effectLst/>
                <a:latin typeface="Times New Roman" panose="02020603050405020304" pitchFamily="18" charset="0"/>
                <a:ea typeface="Times New Roman" panose="02020603050405020304" pitchFamily="18" charset="0"/>
              </a:rPr>
              <a:t>Strengthen Security:</a:t>
            </a:r>
            <a:endParaRPr lang="en-IN" sz="1400" dirty="0">
              <a:effectLst/>
              <a:latin typeface="Times New Roman" panose="02020603050405020304" pitchFamily="18" charset="0"/>
              <a:ea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Employ advanced authentication methods like OAuth2 and two-factor authentication (2FA).</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Conduct regular security audits to identify and mitigate vulnerabilities.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buFont typeface="+mj-lt"/>
              <a:buAutoNum type="arabicPeriod"/>
              <a:tabLst>
                <a:tab pos="457200" algn="l"/>
              </a:tabLst>
            </a:pPr>
            <a:r>
              <a:rPr lang="en-IN" sz="1600" dirty="0">
                <a:effectLst/>
                <a:latin typeface="Times New Roman" panose="02020603050405020304" pitchFamily="18" charset="0"/>
                <a:ea typeface="Times New Roman" panose="02020603050405020304" pitchFamily="18" charset="0"/>
              </a:rPr>
              <a:t>Future Scalability:</a:t>
            </a:r>
            <a:endParaRPr lang="en-IN" sz="1400" dirty="0">
              <a:effectLst/>
              <a:latin typeface="Times New Roman" panose="02020603050405020304" pitchFamily="18" charset="0"/>
              <a:ea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Transition to a microservices architecture for better scalability and maintenance.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gn="just">
              <a:buSzPts val="1000"/>
              <a:buFont typeface="Courier New" panose="02070309020205020404" pitchFamily="49" charset="0"/>
              <a:buChar char="o"/>
              <a:tabLst>
                <a:tab pos="914400"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Leverage cloud services like AWS or Azure to handle increased traffic and storage needs.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algn="just"/>
            <a:r>
              <a:rPr lang="en-IN" sz="1600"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a:p>
            <a:pPr algn="just"/>
            <a:r>
              <a:rPr lang="en-IN" sz="1600" dirty="0">
                <a:effectLst/>
                <a:latin typeface="Times New Roman" panose="02020603050405020304" pitchFamily="18" charset="0"/>
                <a:ea typeface="Times New Roman" panose="02020603050405020304" pitchFamily="18" charset="0"/>
              </a:rPr>
              <a:t> </a:t>
            </a:r>
            <a:endParaRPr lang="en-IN" sz="1100" dirty="0">
              <a:effectLst/>
              <a:latin typeface="Times New Roman" panose="02020603050405020304" pitchFamily="18" charset="0"/>
              <a:ea typeface="Times New Roman" panose="02020603050405020304" pitchFamily="18" charset="0"/>
            </a:endParaRPr>
          </a:p>
        </p:txBody>
      </p:sp>
      <p:grpSp>
        <p:nvGrpSpPr>
          <p:cNvPr id="6" name="object 4">
            <a:extLst>
              <a:ext uri="{FF2B5EF4-FFF2-40B4-BE49-F238E27FC236}">
                <a16:creationId xmlns:a16="http://schemas.microsoft.com/office/drawing/2014/main" id="{3EFB0202-680B-DBA2-673E-88C3A5B7BC38}"/>
              </a:ext>
            </a:extLst>
          </p:cNvPr>
          <p:cNvGrpSpPr/>
          <p:nvPr/>
        </p:nvGrpSpPr>
        <p:grpSpPr>
          <a:xfrm>
            <a:off x="9525" y="0"/>
            <a:ext cx="12182475" cy="162530"/>
            <a:chOff x="609600" y="6506308"/>
            <a:chExt cx="8121650" cy="316867"/>
          </a:xfrm>
          <a:solidFill>
            <a:schemeClr val="tx2"/>
          </a:solidFill>
        </p:grpSpPr>
        <p:sp>
          <p:nvSpPr>
            <p:cNvPr id="7" name="object 5">
              <a:extLst>
                <a:ext uri="{FF2B5EF4-FFF2-40B4-BE49-F238E27FC236}">
                  <a16:creationId xmlns:a16="http://schemas.microsoft.com/office/drawing/2014/main" id="{32C3C86D-DA7C-38B5-6AB3-82A892778A56}"/>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8" name="object 6">
              <a:extLst>
                <a:ext uri="{FF2B5EF4-FFF2-40B4-BE49-F238E27FC236}">
                  <a16:creationId xmlns:a16="http://schemas.microsoft.com/office/drawing/2014/main" id="{8542C571-90EB-E974-BFD7-4647D4839AD4}"/>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9" name="object 4">
            <a:extLst>
              <a:ext uri="{FF2B5EF4-FFF2-40B4-BE49-F238E27FC236}">
                <a16:creationId xmlns:a16="http://schemas.microsoft.com/office/drawing/2014/main" id="{4E531F03-93B0-510E-C37C-B1074536AF6D}"/>
              </a:ext>
            </a:extLst>
          </p:cNvPr>
          <p:cNvGrpSpPr/>
          <p:nvPr/>
        </p:nvGrpSpPr>
        <p:grpSpPr>
          <a:xfrm>
            <a:off x="19050" y="6516303"/>
            <a:ext cx="12182475" cy="323044"/>
            <a:chOff x="609600" y="6506308"/>
            <a:chExt cx="8121650" cy="316867"/>
          </a:xfrm>
          <a:solidFill>
            <a:schemeClr val="tx2"/>
          </a:solidFill>
        </p:grpSpPr>
        <p:sp>
          <p:nvSpPr>
            <p:cNvPr id="10" name="object 5">
              <a:extLst>
                <a:ext uri="{FF2B5EF4-FFF2-40B4-BE49-F238E27FC236}">
                  <a16:creationId xmlns:a16="http://schemas.microsoft.com/office/drawing/2014/main" id="{BDBE2D47-B730-E31D-82CA-4D2B9A3B9AFA}"/>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1" name="object 6">
              <a:extLst>
                <a:ext uri="{FF2B5EF4-FFF2-40B4-BE49-F238E27FC236}">
                  <a16:creationId xmlns:a16="http://schemas.microsoft.com/office/drawing/2014/main" id="{46B09F35-5E5D-0670-F21B-5C772A56B776}"/>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2" name="TextBox 11">
            <a:extLst>
              <a:ext uri="{FF2B5EF4-FFF2-40B4-BE49-F238E27FC236}">
                <a16:creationId xmlns:a16="http://schemas.microsoft.com/office/drawing/2014/main" id="{A208E439-7970-F47E-4BC2-68C2C713B625}"/>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3" name="TextBox 12">
            <a:extLst>
              <a:ext uri="{FF2B5EF4-FFF2-40B4-BE49-F238E27FC236}">
                <a16:creationId xmlns:a16="http://schemas.microsoft.com/office/drawing/2014/main" id="{15D3B33E-41EE-E58C-4821-C2B9051B384E}"/>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spTree>
    <p:extLst>
      <p:ext uri="{BB962C8B-B14F-4D97-AF65-F5344CB8AC3E}">
        <p14:creationId xmlns:p14="http://schemas.microsoft.com/office/powerpoint/2010/main" val="1679241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233BC-341D-4611-9F2F-567889214133}"/>
            </a:ext>
          </a:extLst>
        </p:cNvPr>
        <p:cNvGrpSpPr/>
        <p:nvPr/>
      </p:nvGrpSpPr>
      <p:grpSpPr>
        <a:xfrm>
          <a:off x="0" y="0"/>
          <a:ext cx="0" cy="0"/>
          <a:chOff x="0" y="0"/>
          <a:chExt cx="0" cy="0"/>
        </a:xfrm>
      </p:grpSpPr>
      <p:sp>
        <p:nvSpPr>
          <p:cNvPr id="4" name="TextBox 15">
            <a:extLst>
              <a:ext uri="{FF2B5EF4-FFF2-40B4-BE49-F238E27FC236}">
                <a16:creationId xmlns:a16="http://schemas.microsoft.com/office/drawing/2014/main" id="{4240C490-99B9-33DF-4E24-551D696A1814}"/>
              </a:ext>
            </a:extLst>
          </p:cNvPr>
          <p:cNvSpPr txBox="1"/>
          <p:nvPr/>
        </p:nvSpPr>
        <p:spPr>
          <a:xfrm>
            <a:off x="4298149" y="243834"/>
            <a:ext cx="4234113" cy="830997"/>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4800" b="1" dirty="0">
                <a:solidFill>
                  <a:srgbClr val="0070C0"/>
                </a:solidFill>
                <a:cs typeface="Arial" pitchFamily="34" charset="0"/>
              </a:rPr>
              <a:t>References</a:t>
            </a:r>
          </a:p>
        </p:txBody>
      </p:sp>
      <p:sp>
        <p:nvSpPr>
          <p:cNvPr id="5" name="TextBox 3">
            <a:extLst>
              <a:ext uri="{FF2B5EF4-FFF2-40B4-BE49-F238E27FC236}">
                <a16:creationId xmlns:a16="http://schemas.microsoft.com/office/drawing/2014/main" id="{5139A58F-A08D-8DF6-80BF-E593E4F7DEC5}"/>
              </a:ext>
            </a:extLst>
          </p:cNvPr>
          <p:cNvSpPr txBox="1"/>
          <p:nvPr/>
        </p:nvSpPr>
        <p:spPr>
          <a:xfrm>
            <a:off x="421908" y="1818208"/>
            <a:ext cx="11348185" cy="424731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gn="just">
              <a:buFont typeface="+mj-lt"/>
              <a:buAutoNum type="arabicPeriod"/>
              <a:tabLst>
                <a:tab pos="457200" algn="l"/>
              </a:tabLst>
            </a:pPr>
            <a:r>
              <a:rPr lang="en-IN" sz="1800" b="1" dirty="0">
                <a:effectLst/>
                <a:latin typeface="Times New Roman" panose="02020603050405020304" pitchFamily="18" charset="0"/>
                <a:ea typeface="Times New Roman" panose="02020603050405020304" pitchFamily="18" charset="0"/>
              </a:rPr>
              <a:t>Spring Boot in Action</a:t>
            </a:r>
            <a:r>
              <a:rPr lang="en-IN" sz="1800" dirty="0">
                <a:effectLst/>
                <a:latin typeface="Times New Roman" panose="02020603050405020304" pitchFamily="18" charset="0"/>
                <a:ea typeface="Times New Roman" panose="02020603050405020304" pitchFamily="18" charset="0"/>
              </a:rPr>
              <a:t> by Craig Walls, ISBN: 978-1617292545</a:t>
            </a:r>
          </a:p>
          <a:p>
            <a:pPr algn="just"/>
            <a:r>
              <a:rPr lang="en-IN" sz="1800" dirty="0">
                <a:effectLst/>
                <a:latin typeface="Times New Roman" panose="02020603050405020304" pitchFamily="18" charset="0"/>
                <a:ea typeface="Times New Roman" panose="02020603050405020304" pitchFamily="18" charset="0"/>
              </a:rPr>
              <a:t> </a:t>
            </a:r>
          </a:p>
          <a:p>
            <a:pPr marL="342900" lvl="0" indent="-342900" algn="just">
              <a:buFont typeface="+mj-lt"/>
              <a:buAutoNum type="arabicPeriod" startAt="2"/>
              <a:tabLst>
                <a:tab pos="457200" algn="l"/>
              </a:tabLst>
            </a:pPr>
            <a:r>
              <a:rPr lang="en-IN" sz="1800" b="1" dirty="0">
                <a:effectLst/>
                <a:latin typeface="Times New Roman" panose="02020603050405020304" pitchFamily="18" charset="0"/>
                <a:ea typeface="Times New Roman" panose="02020603050405020304" pitchFamily="18" charset="0"/>
              </a:rPr>
              <a:t>Spring Boot: Up and Running</a:t>
            </a:r>
            <a:r>
              <a:rPr lang="en-IN" sz="1800" dirty="0">
                <a:effectLst/>
                <a:latin typeface="Times New Roman" panose="02020603050405020304" pitchFamily="18" charset="0"/>
                <a:ea typeface="Times New Roman" panose="02020603050405020304" pitchFamily="18" charset="0"/>
              </a:rPr>
              <a:t> by Mark Heckler, ISBN: 978-1492076988</a:t>
            </a:r>
          </a:p>
          <a:p>
            <a:pPr algn="just"/>
            <a:r>
              <a:rPr lang="en-IN" sz="1800" dirty="0">
                <a:effectLst/>
                <a:latin typeface="Times New Roman" panose="02020603050405020304" pitchFamily="18" charset="0"/>
                <a:ea typeface="Times New Roman" panose="02020603050405020304" pitchFamily="18" charset="0"/>
              </a:rPr>
              <a:t> </a:t>
            </a:r>
          </a:p>
          <a:p>
            <a:pPr marL="342900" lvl="0" indent="-342900" algn="just">
              <a:buFont typeface="+mj-lt"/>
              <a:buAutoNum type="arabicPeriod" startAt="3"/>
              <a:tabLst>
                <a:tab pos="457200" algn="l"/>
              </a:tabLst>
            </a:pPr>
            <a:r>
              <a:rPr lang="en-IN" sz="1800" b="1" dirty="0">
                <a:effectLst/>
                <a:latin typeface="Times New Roman" panose="02020603050405020304" pitchFamily="18" charset="0"/>
                <a:ea typeface="Times New Roman" panose="02020603050405020304" pitchFamily="18" charset="0"/>
              </a:rPr>
              <a:t>Spring Microservices in Action</a:t>
            </a:r>
            <a:r>
              <a:rPr lang="en-IN" sz="1800" dirty="0">
                <a:effectLst/>
                <a:latin typeface="Times New Roman" panose="02020603050405020304" pitchFamily="18" charset="0"/>
                <a:ea typeface="Times New Roman" panose="02020603050405020304" pitchFamily="18" charset="0"/>
              </a:rPr>
              <a:t> by John Carnell, ISBN: 978-1617293986</a:t>
            </a:r>
          </a:p>
          <a:p>
            <a:pPr marL="457200" algn="just"/>
            <a:r>
              <a:rPr lang="en-IN" sz="1800" dirty="0">
                <a:effectLst/>
                <a:latin typeface="Times New Roman" panose="02020603050405020304" pitchFamily="18" charset="0"/>
                <a:ea typeface="Times New Roman" panose="02020603050405020304" pitchFamily="18" charset="0"/>
              </a:rPr>
              <a:t> </a:t>
            </a:r>
          </a:p>
          <a:p>
            <a:pPr marL="342900" lvl="0" indent="-342900" algn="just">
              <a:buFont typeface="+mj-lt"/>
              <a:buAutoNum type="arabicPeriod" startAt="4"/>
              <a:tabLst>
                <a:tab pos="457200" algn="l"/>
              </a:tabLst>
            </a:pPr>
            <a:r>
              <a:rPr lang="en-IN" sz="1800" b="1" dirty="0">
                <a:effectLst/>
                <a:latin typeface="Times New Roman" panose="02020603050405020304" pitchFamily="18" charset="0"/>
                <a:ea typeface="Times New Roman" panose="02020603050405020304" pitchFamily="18" charset="0"/>
              </a:rPr>
              <a:t>https://start.spring.io/</a:t>
            </a:r>
            <a:endParaRPr lang="en-IN" sz="1800" dirty="0">
              <a:effectLst/>
              <a:latin typeface="Times New Roman" panose="02020603050405020304" pitchFamily="18" charset="0"/>
              <a:ea typeface="Times New Roman" panose="02020603050405020304" pitchFamily="18" charset="0"/>
            </a:endParaRPr>
          </a:p>
          <a:p>
            <a:pPr marL="457200" algn="just"/>
            <a:r>
              <a:rPr lang="en-IN" sz="1800" dirty="0">
                <a:effectLst/>
                <a:latin typeface="Times New Roman" panose="02020603050405020304" pitchFamily="18" charset="0"/>
                <a:ea typeface="Times New Roman" panose="02020603050405020304" pitchFamily="18" charset="0"/>
              </a:rPr>
              <a:t> </a:t>
            </a:r>
          </a:p>
          <a:p>
            <a:pPr marL="342900" lvl="0" indent="-342900" algn="just">
              <a:buFont typeface="+mj-lt"/>
              <a:buAutoNum type="arabicPeriod" startAt="5"/>
              <a:tabLst>
                <a:tab pos="457200" algn="l"/>
              </a:tabLst>
            </a:pPr>
            <a:r>
              <a:rPr lang="en-IN" sz="1800" b="1" dirty="0">
                <a:effectLst/>
                <a:latin typeface="Times New Roman" panose="02020603050405020304" pitchFamily="18" charset="0"/>
                <a:ea typeface="Times New Roman" panose="02020603050405020304" pitchFamily="18" charset="0"/>
              </a:rPr>
              <a:t>Spring Boot Cookbook</a:t>
            </a:r>
            <a:r>
              <a:rPr lang="en-IN" sz="1800" dirty="0">
                <a:effectLst/>
                <a:latin typeface="Times New Roman" panose="02020603050405020304" pitchFamily="18" charset="0"/>
                <a:ea typeface="Times New Roman" panose="02020603050405020304" pitchFamily="18" charset="0"/>
              </a:rPr>
              <a:t> by Alex Antonov, ISBN: 9781785289118</a:t>
            </a:r>
          </a:p>
          <a:p>
            <a:pPr marL="457200" algn="just"/>
            <a:r>
              <a:rPr lang="en-IN" sz="1800" dirty="0">
                <a:effectLst/>
                <a:latin typeface="Times New Roman" panose="02020603050405020304" pitchFamily="18" charset="0"/>
                <a:ea typeface="Times New Roman" panose="02020603050405020304" pitchFamily="18" charset="0"/>
              </a:rPr>
              <a:t> </a:t>
            </a:r>
          </a:p>
          <a:p>
            <a:pPr marL="342900" lvl="0" indent="-342900" algn="just">
              <a:buFont typeface="+mj-lt"/>
              <a:buAutoNum type="arabicPeriod" startAt="6"/>
              <a:tabLst>
                <a:tab pos="457200" algn="l"/>
              </a:tabLst>
            </a:pPr>
            <a:r>
              <a:rPr lang="en-IN" sz="1800" b="1" dirty="0">
                <a:effectLst/>
                <a:latin typeface="Times New Roman" panose="02020603050405020304" pitchFamily="18" charset="0"/>
                <a:ea typeface="Times New Roman" panose="02020603050405020304" pitchFamily="18" charset="0"/>
              </a:rPr>
              <a:t>https://www.geeksforgeeks.org/what-is-dfddata-flow-diagram/?ref=gcse_ind</a:t>
            </a:r>
            <a:endParaRPr lang="en-IN" sz="1800" dirty="0">
              <a:effectLst/>
              <a:latin typeface="Times New Roman" panose="02020603050405020304" pitchFamily="18" charset="0"/>
              <a:ea typeface="Times New Roman" panose="02020603050405020304" pitchFamily="18" charset="0"/>
            </a:endParaRPr>
          </a:p>
          <a:p>
            <a:pPr marL="457200" algn="just"/>
            <a:r>
              <a:rPr lang="en-IN" sz="1800" dirty="0">
                <a:effectLst/>
                <a:latin typeface="Times New Roman" panose="02020603050405020304" pitchFamily="18" charset="0"/>
                <a:ea typeface="Times New Roman" panose="02020603050405020304" pitchFamily="18" charset="0"/>
              </a:rPr>
              <a:t> </a:t>
            </a:r>
          </a:p>
          <a:p>
            <a:pPr marL="342900" lvl="0" indent="-342900" algn="just">
              <a:buFont typeface="+mj-lt"/>
              <a:buAutoNum type="arabicPeriod" startAt="7"/>
              <a:tabLst>
                <a:tab pos="457200" algn="l"/>
              </a:tabLst>
            </a:pPr>
            <a:r>
              <a:rPr lang="en-IN" sz="1800" b="1" dirty="0">
                <a:effectLst/>
                <a:latin typeface="Times New Roman" panose="02020603050405020304" pitchFamily="18" charset="0"/>
                <a:ea typeface="Times New Roman" panose="02020603050405020304" pitchFamily="18" charset="0"/>
              </a:rPr>
              <a:t>https://www.javatpoint.com/spring-boot-tutorial</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grpSp>
        <p:nvGrpSpPr>
          <p:cNvPr id="6" name="object 4">
            <a:extLst>
              <a:ext uri="{FF2B5EF4-FFF2-40B4-BE49-F238E27FC236}">
                <a16:creationId xmlns:a16="http://schemas.microsoft.com/office/drawing/2014/main" id="{42661A4C-2029-1D1F-0674-1D5E973FA9C2}"/>
              </a:ext>
            </a:extLst>
          </p:cNvPr>
          <p:cNvGrpSpPr/>
          <p:nvPr/>
        </p:nvGrpSpPr>
        <p:grpSpPr>
          <a:xfrm>
            <a:off x="9525" y="0"/>
            <a:ext cx="12182475" cy="162530"/>
            <a:chOff x="609600" y="6506308"/>
            <a:chExt cx="8121650" cy="316867"/>
          </a:xfrm>
          <a:solidFill>
            <a:schemeClr val="tx2"/>
          </a:solidFill>
        </p:grpSpPr>
        <p:sp>
          <p:nvSpPr>
            <p:cNvPr id="7" name="object 5">
              <a:extLst>
                <a:ext uri="{FF2B5EF4-FFF2-40B4-BE49-F238E27FC236}">
                  <a16:creationId xmlns:a16="http://schemas.microsoft.com/office/drawing/2014/main" id="{B5F5CF4B-B640-F02E-358F-A5DE5E417EB7}"/>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8" name="object 6">
              <a:extLst>
                <a:ext uri="{FF2B5EF4-FFF2-40B4-BE49-F238E27FC236}">
                  <a16:creationId xmlns:a16="http://schemas.microsoft.com/office/drawing/2014/main" id="{0CCE22FC-112D-3681-2F60-2834481247C5}"/>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9" name="object 4">
            <a:extLst>
              <a:ext uri="{FF2B5EF4-FFF2-40B4-BE49-F238E27FC236}">
                <a16:creationId xmlns:a16="http://schemas.microsoft.com/office/drawing/2014/main" id="{844968A1-DEE7-64F5-EDAA-1F4F34E37098}"/>
              </a:ext>
            </a:extLst>
          </p:cNvPr>
          <p:cNvGrpSpPr/>
          <p:nvPr/>
        </p:nvGrpSpPr>
        <p:grpSpPr>
          <a:xfrm>
            <a:off x="19050" y="6516303"/>
            <a:ext cx="12182475" cy="323044"/>
            <a:chOff x="609600" y="6506308"/>
            <a:chExt cx="8121650" cy="316867"/>
          </a:xfrm>
          <a:solidFill>
            <a:schemeClr val="tx2"/>
          </a:solidFill>
        </p:grpSpPr>
        <p:sp>
          <p:nvSpPr>
            <p:cNvPr id="10" name="object 5">
              <a:extLst>
                <a:ext uri="{FF2B5EF4-FFF2-40B4-BE49-F238E27FC236}">
                  <a16:creationId xmlns:a16="http://schemas.microsoft.com/office/drawing/2014/main" id="{9039DD40-5CD4-4F46-9AED-4087B8700A07}"/>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11" name="object 6">
              <a:extLst>
                <a:ext uri="{FF2B5EF4-FFF2-40B4-BE49-F238E27FC236}">
                  <a16:creationId xmlns:a16="http://schemas.microsoft.com/office/drawing/2014/main" id="{35225E69-39CD-0EAA-4F88-01FD97361AE9}"/>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2" name="TextBox 11">
            <a:extLst>
              <a:ext uri="{FF2B5EF4-FFF2-40B4-BE49-F238E27FC236}">
                <a16:creationId xmlns:a16="http://schemas.microsoft.com/office/drawing/2014/main" id="{5C0F00E6-4B3F-F426-AA88-4AF7B6A4F6DD}"/>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3" name="TextBox 12">
            <a:extLst>
              <a:ext uri="{FF2B5EF4-FFF2-40B4-BE49-F238E27FC236}">
                <a16:creationId xmlns:a16="http://schemas.microsoft.com/office/drawing/2014/main" id="{71184771-8791-8AD5-8F82-50D9D7EC1C10}"/>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spTree>
    <p:extLst>
      <p:ext uri="{BB962C8B-B14F-4D97-AF65-F5344CB8AC3E}">
        <p14:creationId xmlns:p14="http://schemas.microsoft.com/office/powerpoint/2010/main" val="2905505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BDDB1-EEE5-FD2D-E117-AC410BE92DEB}"/>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8D018A30-202A-DEEC-72C0-F27C3D3EBB02}"/>
              </a:ext>
            </a:extLst>
          </p:cNvPr>
          <p:cNvGrpSpPr/>
          <p:nvPr/>
        </p:nvGrpSpPr>
        <p:grpSpPr>
          <a:xfrm>
            <a:off x="9525" y="0"/>
            <a:ext cx="12182475" cy="162530"/>
            <a:chOff x="609600" y="6506308"/>
            <a:chExt cx="8121650" cy="316867"/>
          </a:xfrm>
          <a:solidFill>
            <a:schemeClr val="tx2"/>
          </a:solidFill>
        </p:grpSpPr>
        <p:sp>
          <p:nvSpPr>
            <p:cNvPr id="5" name="object 5">
              <a:extLst>
                <a:ext uri="{FF2B5EF4-FFF2-40B4-BE49-F238E27FC236}">
                  <a16:creationId xmlns:a16="http://schemas.microsoft.com/office/drawing/2014/main" id="{929C4457-68F9-B922-E6EF-5BD8B66D79AB}"/>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6" name="object 6">
              <a:extLst>
                <a:ext uri="{FF2B5EF4-FFF2-40B4-BE49-F238E27FC236}">
                  <a16:creationId xmlns:a16="http://schemas.microsoft.com/office/drawing/2014/main" id="{89C8E5E4-6909-A5C2-CF6D-BA7332FEBA47}"/>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grpSp>
        <p:nvGrpSpPr>
          <p:cNvPr id="7" name="object 4">
            <a:extLst>
              <a:ext uri="{FF2B5EF4-FFF2-40B4-BE49-F238E27FC236}">
                <a16:creationId xmlns:a16="http://schemas.microsoft.com/office/drawing/2014/main" id="{3B105F8A-CB05-E3A5-60CC-6262FDBFE809}"/>
              </a:ext>
            </a:extLst>
          </p:cNvPr>
          <p:cNvGrpSpPr/>
          <p:nvPr/>
        </p:nvGrpSpPr>
        <p:grpSpPr>
          <a:xfrm>
            <a:off x="19050" y="6516303"/>
            <a:ext cx="12182475" cy="323044"/>
            <a:chOff x="609600" y="6506308"/>
            <a:chExt cx="8121650" cy="316867"/>
          </a:xfrm>
          <a:solidFill>
            <a:schemeClr val="tx2"/>
          </a:solidFill>
        </p:grpSpPr>
        <p:sp>
          <p:nvSpPr>
            <p:cNvPr id="8" name="object 5">
              <a:extLst>
                <a:ext uri="{FF2B5EF4-FFF2-40B4-BE49-F238E27FC236}">
                  <a16:creationId xmlns:a16="http://schemas.microsoft.com/office/drawing/2014/main" id="{15B0015D-10F0-00BC-97B5-AB4BA173F518}"/>
                </a:ext>
              </a:extLst>
            </p:cNvPr>
            <p:cNvSpPr/>
            <p:nvPr/>
          </p:nvSpPr>
          <p:spPr>
            <a:xfrm>
              <a:off x="615950" y="6506308"/>
              <a:ext cx="8115300" cy="316865"/>
            </a:xfrm>
            <a:custGeom>
              <a:avLst/>
              <a:gdLst/>
              <a:ahLst/>
              <a:cxnLst/>
              <a:rect l="l" t="t" r="r" b="b"/>
              <a:pathLst>
                <a:path w="8115300" h="316865">
                  <a:moveTo>
                    <a:pt x="8115300" y="0"/>
                  </a:moveTo>
                  <a:lnTo>
                    <a:pt x="0" y="0"/>
                  </a:lnTo>
                  <a:lnTo>
                    <a:pt x="0" y="316522"/>
                  </a:lnTo>
                  <a:lnTo>
                    <a:pt x="8115300" y="316522"/>
                  </a:lnTo>
                  <a:lnTo>
                    <a:pt x="8115300" y="0"/>
                  </a:lnTo>
                  <a:close/>
                </a:path>
              </a:pathLst>
            </a:custGeom>
            <a:grpFill/>
          </p:spPr>
          <p:txBody>
            <a:bodyPr wrap="square" lIns="0" tIns="0" rIns="0" bIns="0" rtlCol="0"/>
            <a:lstStyle/>
            <a:p>
              <a:endParaRPr/>
            </a:p>
          </p:txBody>
        </p:sp>
        <p:sp>
          <p:nvSpPr>
            <p:cNvPr id="9" name="object 6">
              <a:extLst>
                <a:ext uri="{FF2B5EF4-FFF2-40B4-BE49-F238E27FC236}">
                  <a16:creationId xmlns:a16="http://schemas.microsoft.com/office/drawing/2014/main" id="{8F382847-21E2-6B9D-014A-C2B547F0CF25}"/>
                </a:ext>
              </a:extLst>
            </p:cNvPr>
            <p:cNvSpPr/>
            <p:nvPr/>
          </p:nvSpPr>
          <p:spPr>
            <a:xfrm>
              <a:off x="609600" y="6506310"/>
              <a:ext cx="8115300" cy="316865"/>
            </a:xfrm>
            <a:custGeom>
              <a:avLst/>
              <a:gdLst/>
              <a:ahLst/>
              <a:cxnLst/>
              <a:rect l="l" t="t" r="r" b="b"/>
              <a:pathLst>
                <a:path w="8115300" h="316865">
                  <a:moveTo>
                    <a:pt x="0" y="316522"/>
                  </a:moveTo>
                  <a:lnTo>
                    <a:pt x="8115300" y="316522"/>
                  </a:lnTo>
                  <a:lnTo>
                    <a:pt x="8115300" y="0"/>
                  </a:lnTo>
                  <a:lnTo>
                    <a:pt x="0" y="0"/>
                  </a:lnTo>
                  <a:lnTo>
                    <a:pt x="0" y="316522"/>
                  </a:lnTo>
                  <a:close/>
                </a:path>
              </a:pathLst>
            </a:custGeom>
            <a:grpFill/>
            <a:ln w="12700">
              <a:solidFill>
                <a:srgbClr val="00AF50"/>
              </a:solidFill>
            </a:ln>
          </p:spPr>
          <p:txBody>
            <a:bodyPr wrap="square" lIns="0" tIns="0" rIns="0" bIns="0" rtlCol="0"/>
            <a:lstStyle/>
            <a:p>
              <a:endParaRPr dirty="0"/>
            </a:p>
          </p:txBody>
        </p:sp>
      </p:grpSp>
      <p:sp>
        <p:nvSpPr>
          <p:cNvPr id="10" name="TextBox 9">
            <a:extLst>
              <a:ext uri="{FF2B5EF4-FFF2-40B4-BE49-F238E27FC236}">
                <a16:creationId xmlns:a16="http://schemas.microsoft.com/office/drawing/2014/main" id="{54DFDE6F-E011-1AD6-E3D7-8A6570119778}"/>
              </a:ext>
            </a:extLst>
          </p:cNvPr>
          <p:cNvSpPr txBox="1"/>
          <p:nvPr/>
        </p:nvSpPr>
        <p:spPr>
          <a:xfrm>
            <a:off x="102669" y="6470013"/>
            <a:ext cx="2162629" cy="369332"/>
          </a:xfrm>
          <a:prstGeom prst="rect">
            <a:avLst/>
          </a:prstGeom>
          <a:noFill/>
        </p:spPr>
        <p:txBody>
          <a:bodyPr wrap="square" rtlCol="0">
            <a:spAutoFit/>
          </a:bodyPr>
          <a:lstStyle/>
          <a:p>
            <a:r>
              <a:rPr lang="en-US" dirty="0">
                <a:solidFill>
                  <a:srgbClr val="FFFF00"/>
                </a:solidFill>
              </a:rPr>
              <a:t>NCCCI 2025</a:t>
            </a:r>
          </a:p>
        </p:txBody>
      </p:sp>
      <p:sp>
        <p:nvSpPr>
          <p:cNvPr id="11" name="TextBox 10">
            <a:extLst>
              <a:ext uri="{FF2B5EF4-FFF2-40B4-BE49-F238E27FC236}">
                <a16:creationId xmlns:a16="http://schemas.microsoft.com/office/drawing/2014/main" id="{F94AD8EC-2C92-705E-6532-809962077CEE}"/>
              </a:ext>
            </a:extLst>
          </p:cNvPr>
          <p:cNvSpPr txBox="1"/>
          <p:nvPr/>
        </p:nvSpPr>
        <p:spPr>
          <a:xfrm>
            <a:off x="9355756" y="6470013"/>
            <a:ext cx="2733575" cy="369332"/>
          </a:xfrm>
          <a:prstGeom prst="rect">
            <a:avLst/>
          </a:prstGeom>
          <a:noFill/>
        </p:spPr>
        <p:txBody>
          <a:bodyPr wrap="square" rtlCol="0">
            <a:spAutoFit/>
          </a:bodyPr>
          <a:lstStyle/>
          <a:p>
            <a:pPr algn="r"/>
            <a:r>
              <a:rPr lang="en-US" dirty="0">
                <a:solidFill>
                  <a:srgbClr val="FFFF00"/>
                </a:solidFill>
              </a:rPr>
              <a:t>Feb 28</a:t>
            </a:r>
            <a:r>
              <a:rPr lang="en-US" baseline="30000" dirty="0">
                <a:solidFill>
                  <a:srgbClr val="FFFF00"/>
                </a:solidFill>
              </a:rPr>
              <a:t>th</a:t>
            </a:r>
            <a:r>
              <a:rPr lang="en-US" dirty="0">
                <a:solidFill>
                  <a:srgbClr val="FFFF00"/>
                </a:solidFill>
              </a:rPr>
              <a:t>  – 1</a:t>
            </a:r>
            <a:r>
              <a:rPr lang="en-US" baseline="30000" dirty="0">
                <a:solidFill>
                  <a:srgbClr val="FFFF00"/>
                </a:solidFill>
              </a:rPr>
              <a:t>st</a:t>
            </a:r>
            <a:r>
              <a:rPr lang="en-US" dirty="0">
                <a:solidFill>
                  <a:srgbClr val="FFFF00"/>
                </a:solidFill>
              </a:rPr>
              <a:t>  Mar, 2025</a:t>
            </a:r>
          </a:p>
        </p:txBody>
      </p:sp>
      <p:sp>
        <p:nvSpPr>
          <p:cNvPr id="12" name="TextBox 1">
            <a:extLst>
              <a:ext uri="{FF2B5EF4-FFF2-40B4-BE49-F238E27FC236}">
                <a16:creationId xmlns:a16="http://schemas.microsoft.com/office/drawing/2014/main" id="{2EE14EFC-6B09-96BD-39DA-D8CD848C00BB}"/>
              </a:ext>
            </a:extLst>
          </p:cNvPr>
          <p:cNvSpPr txBox="1"/>
          <p:nvPr/>
        </p:nvSpPr>
        <p:spPr>
          <a:xfrm>
            <a:off x="916074" y="3035718"/>
            <a:ext cx="4365172" cy="78483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500" dirty="0">
                <a:solidFill>
                  <a:srgbClr val="00B0F0"/>
                </a:solidFill>
              </a:rPr>
              <a:t>T</a:t>
            </a:r>
            <a:r>
              <a:rPr lang="en-US" sz="4500" dirty="0">
                <a:solidFill>
                  <a:srgbClr val="FF0000"/>
                </a:solidFill>
              </a:rPr>
              <a:t>H</a:t>
            </a:r>
            <a:r>
              <a:rPr lang="en-US" sz="4500" dirty="0">
                <a:solidFill>
                  <a:srgbClr val="00B050"/>
                </a:solidFill>
              </a:rPr>
              <a:t>A</a:t>
            </a:r>
            <a:r>
              <a:rPr lang="en-US" sz="4500" dirty="0">
                <a:solidFill>
                  <a:srgbClr val="7030A0"/>
                </a:solidFill>
              </a:rPr>
              <a:t>N</a:t>
            </a:r>
            <a:r>
              <a:rPr lang="en-US" sz="4500" dirty="0">
                <a:solidFill>
                  <a:schemeClr val="accent6">
                    <a:lumMod val="75000"/>
                  </a:schemeClr>
                </a:solidFill>
              </a:rPr>
              <a:t>K</a:t>
            </a:r>
            <a:r>
              <a:rPr lang="en-US" sz="4500" dirty="0"/>
              <a:t>  </a:t>
            </a:r>
            <a:r>
              <a:rPr lang="en-US" sz="4500" dirty="0">
                <a:solidFill>
                  <a:srgbClr val="00B0F0"/>
                </a:solidFill>
              </a:rPr>
              <a:t>Y</a:t>
            </a:r>
            <a:r>
              <a:rPr lang="en-US" sz="4500" dirty="0">
                <a:solidFill>
                  <a:srgbClr val="00B050"/>
                </a:solidFill>
              </a:rPr>
              <a:t>O</a:t>
            </a:r>
            <a:r>
              <a:rPr lang="en-US" sz="4500" dirty="0">
                <a:solidFill>
                  <a:srgbClr val="FF0000"/>
                </a:solidFill>
              </a:rPr>
              <a:t>U</a:t>
            </a:r>
            <a:r>
              <a:rPr lang="en-US" sz="4500" dirty="0"/>
              <a:t>…</a:t>
            </a:r>
          </a:p>
        </p:txBody>
      </p:sp>
      <p:grpSp>
        <p:nvGrpSpPr>
          <p:cNvPr id="13" name="그룹 3">
            <a:extLst>
              <a:ext uri="{FF2B5EF4-FFF2-40B4-BE49-F238E27FC236}">
                <a16:creationId xmlns:a16="http://schemas.microsoft.com/office/drawing/2014/main" id="{7D063CB3-D64A-DEDE-FA5E-E94E015CB671}"/>
              </a:ext>
            </a:extLst>
          </p:cNvPr>
          <p:cNvGrpSpPr/>
          <p:nvPr/>
        </p:nvGrpSpPr>
        <p:grpSpPr>
          <a:xfrm>
            <a:off x="7673765" y="237434"/>
            <a:ext cx="3602164" cy="3413019"/>
            <a:chOff x="7522549" y="-6742"/>
            <a:chExt cx="4412002" cy="6868289"/>
          </a:xfrm>
        </p:grpSpPr>
        <p:sp>
          <p:nvSpPr>
            <p:cNvPr id="41" name="Freeform: Shape 40">
              <a:extLst>
                <a:ext uri="{FF2B5EF4-FFF2-40B4-BE49-F238E27FC236}">
                  <a16:creationId xmlns:a16="http://schemas.microsoft.com/office/drawing/2014/main" id="{F58AD3ED-AF19-A1C5-1027-389F1D8A7E81}"/>
                </a:ext>
              </a:extLst>
            </p:cNvPr>
            <p:cNvSpPr/>
            <p:nvPr/>
          </p:nvSpPr>
          <p:spPr>
            <a:xfrm>
              <a:off x="9110805" y="-6742"/>
              <a:ext cx="1515041" cy="746647"/>
            </a:xfrm>
            <a:custGeom>
              <a:avLst/>
              <a:gdLst>
                <a:gd name="connsiteX0" fmla="*/ 226894 w 1515040"/>
                <a:gd name="connsiteY0" fmla="*/ 398695 h 746646"/>
                <a:gd name="connsiteX1" fmla="*/ 371149 w 1515040"/>
                <a:gd name="connsiteY1" fmla="*/ 654585 h 746646"/>
                <a:gd name="connsiteX2" fmla="*/ 532801 w 1515040"/>
                <a:gd name="connsiteY2" fmla="*/ 750996 h 746646"/>
                <a:gd name="connsiteX3" fmla="*/ 728524 w 1515040"/>
                <a:gd name="connsiteY3" fmla="*/ 704603 h 746646"/>
                <a:gd name="connsiteX4" fmla="*/ 876404 w 1515040"/>
                <a:gd name="connsiteY4" fmla="*/ 595143 h 746646"/>
                <a:gd name="connsiteX5" fmla="*/ 1462123 w 1515040"/>
                <a:gd name="connsiteY5" fmla="*/ 64516 h 746646"/>
                <a:gd name="connsiteX6" fmla="*/ 1518665 w 1515040"/>
                <a:gd name="connsiteY6" fmla="*/ 0 h 746646"/>
                <a:gd name="connsiteX7" fmla="*/ 0 w 1515040"/>
                <a:gd name="connsiteY7" fmla="*/ 0 h 746646"/>
                <a:gd name="connsiteX8" fmla="*/ 159478 w 1515040"/>
                <a:gd name="connsiteY8" fmla="*/ 297209 h 746646"/>
                <a:gd name="connsiteX9" fmla="*/ 226169 w 1515040"/>
                <a:gd name="connsiteY9" fmla="*/ 403044 h 746646"/>
                <a:gd name="connsiteX10" fmla="*/ 226894 w 1515040"/>
                <a:gd name="connsiteY10" fmla="*/ 398695 h 746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15040" h="746646">
                  <a:moveTo>
                    <a:pt x="226894" y="398695"/>
                  </a:moveTo>
                  <a:cubicBezTo>
                    <a:pt x="247916" y="421892"/>
                    <a:pt x="336354" y="619065"/>
                    <a:pt x="371149" y="654585"/>
                  </a:cubicBezTo>
                  <a:cubicBezTo>
                    <a:pt x="415368" y="698804"/>
                    <a:pt x="468285" y="744472"/>
                    <a:pt x="532801" y="750996"/>
                  </a:cubicBezTo>
                  <a:cubicBezTo>
                    <a:pt x="593693" y="756796"/>
                    <a:pt x="677056" y="731424"/>
                    <a:pt x="728524" y="704603"/>
                  </a:cubicBezTo>
                  <a:cubicBezTo>
                    <a:pt x="786516" y="674157"/>
                    <a:pt x="820587" y="629213"/>
                    <a:pt x="876404" y="595143"/>
                  </a:cubicBezTo>
                  <a:cubicBezTo>
                    <a:pt x="933671" y="560348"/>
                    <a:pt x="1352663" y="147880"/>
                    <a:pt x="1462123" y="64516"/>
                  </a:cubicBezTo>
                  <a:cubicBezTo>
                    <a:pt x="1465023" y="60167"/>
                    <a:pt x="1522290" y="5799"/>
                    <a:pt x="1518665" y="0"/>
                  </a:cubicBezTo>
                  <a:cubicBezTo>
                    <a:pt x="1038781" y="0"/>
                    <a:pt x="479884" y="0"/>
                    <a:pt x="0" y="0"/>
                  </a:cubicBezTo>
                  <a:cubicBezTo>
                    <a:pt x="37695" y="86988"/>
                    <a:pt x="108735" y="218195"/>
                    <a:pt x="159478" y="297209"/>
                  </a:cubicBezTo>
                  <a:cubicBezTo>
                    <a:pt x="181950" y="332729"/>
                    <a:pt x="208771" y="363900"/>
                    <a:pt x="226169" y="403044"/>
                  </a:cubicBezTo>
                  <a:cubicBezTo>
                    <a:pt x="227619" y="404494"/>
                    <a:pt x="223994" y="395795"/>
                    <a:pt x="226894" y="398695"/>
                  </a:cubicBezTo>
                  <a:close/>
                </a:path>
              </a:pathLst>
            </a:custGeom>
            <a:solidFill>
              <a:srgbClr val="FEC69F"/>
            </a:solidFill>
            <a:ln w="724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2" name="Freeform: Shape 41">
              <a:extLst>
                <a:ext uri="{FF2B5EF4-FFF2-40B4-BE49-F238E27FC236}">
                  <a16:creationId xmlns:a16="http://schemas.microsoft.com/office/drawing/2014/main" id="{1023E963-81AD-14C0-8441-7E3F7BBAEB5B}"/>
                </a:ext>
              </a:extLst>
            </p:cNvPr>
            <p:cNvSpPr/>
            <p:nvPr/>
          </p:nvSpPr>
          <p:spPr>
            <a:xfrm>
              <a:off x="7693528" y="6400558"/>
              <a:ext cx="268213" cy="326205"/>
            </a:xfrm>
            <a:custGeom>
              <a:avLst/>
              <a:gdLst>
                <a:gd name="connsiteX0" fmla="*/ 47940 w 268212"/>
                <a:gd name="connsiteY0" fmla="*/ 35610 h 326204"/>
                <a:gd name="connsiteX1" fmla="*/ 143627 w 268212"/>
                <a:gd name="connsiteY1" fmla="*/ 21837 h 326204"/>
                <a:gd name="connsiteX2" fmla="*/ 271209 w 268212"/>
                <a:gd name="connsiteY2" fmla="*/ 1540 h 326204"/>
                <a:gd name="connsiteX3" fmla="*/ 146527 w 268212"/>
                <a:gd name="connsiteY3" fmla="*/ 117524 h 326204"/>
                <a:gd name="connsiteX4" fmla="*/ 19669 w 268212"/>
                <a:gd name="connsiteY4" fmla="*/ 327745 h 326204"/>
                <a:gd name="connsiteX5" fmla="*/ 10246 w 268212"/>
                <a:gd name="connsiteY5" fmla="*/ 313972 h 326204"/>
                <a:gd name="connsiteX6" fmla="*/ 18944 w 268212"/>
                <a:gd name="connsiteY6" fmla="*/ 48659 h 326204"/>
                <a:gd name="connsiteX7" fmla="*/ 47940 w 268212"/>
                <a:gd name="connsiteY7" fmla="*/ 35610 h 326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8212" h="326204">
                  <a:moveTo>
                    <a:pt x="47940" y="35610"/>
                  </a:moveTo>
                  <a:cubicBezTo>
                    <a:pt x="79111" y="27637"/>
                    <a:pt x="124055" y="26187"/>
                    <a:pt x="143627" y="21837"/>
                  </a:cubicBezTo>
                  <a:cubicBezTo>
                    <a:pt x="180597" y="14588"/>
                    <a:pt x="235689" y="-5709"/>
                    <a:pt x="271209" y="1540"/>
                  </a:cubicBezTo>
                  <a:cubicBezTo>
                    <a:pt x="269760" y="34886"/>
                    <a:pt x="173348" y="93602"/>
                    <a:pt x="146527" y="117524"/>
                  </a:cubicBezTo>
                  <a:cubicBezTo>
                    <a:pt x="82736" y="174791"/>
                    <a:pt x="39966" y="244382"/>
                    <a:pt x="19669" y="327745"/>
                  </a:cubicBezTo>
                  <a:cubicBezTo>
                    <a:pt x="7346" y="329195"/>
                    <a:pt x="16770" y="316872"/>
                    <a:pt x="10246" y="313972"/>
                  </a:cubicBezTo>
                  <a:cubicBezTo>
                    <a:pt x="-9327" y="305273"/>
                    <a:pt x="2272" y="67506"/>
                    <a:pt x="18944" y="48659"/>
                  </a:cubicBezTo>
                  <a:cubicBezTo>
                    <a:pt x="25468" y="43584"/>
                    <a:pt x="35617" y="39235"/>
                    <a:pt x="47940" y="35610"/>
                  </a:cubicBezTo>
                  <a:close/>
                </a:path>
              </a:pathLst>
            </a:custGeom>
            <a:solidFill>
              <a:srgbClr val="FCC69F"/>
            </a:solidFill>
            <a:ln w="724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3" name="자유형: 도형 6">
              <a:extLst>
                <a:ext uri="{FF2B5EF4-FFF2-40B4-BE49-F238E27FC236}">
                  <a16:creationId xmlns:a16="http://schemas.microsoft.com/office/drawing/2014/main" id="{3D537670-B2F2-00E7-D96E-748B7238A8D3}"/>
                </a:ext>
              </a:extLst>
            </p:cNvPr>
            <p:cNvSpPr/>
            <p:nvPr/>
          </p:nvSpPr>
          <p:spPr>
            <a:xfrm>
              <a:off x="7705949" y="43276"/>
              <a:ext cx="4228602" cy="6402123"/>
            </a:xfrm>
            <a:custGeom>
              <a:avLst/>
              <a:gdLst>
                <a:gd name="connsiteX0" fmla="*/ 2893800 w 4228602"/>
                <a:gd name="connsiteY0" fmla="*/ 1 h 6402123"/>
                <a:gd name="connsiteX1" fmla="*/ 3040955 w 4228602"/>
                <a:gd name="connsiteY1" fmla="*/ 242117 h 6402123"/>
                <a:gd name="connsiteX2" fmla="*/ 3094598 w 4228602"/>
                <a:gd name="connsiteY2" fmla="*/ 358826 h 6402123"/>
                <a:gd name="connsiteX3" fmla="*/ 3225080 w 4228602"/>
                <a:gd name="connsiteY3" fmla="*/ 469011 h 6402123"/>
                <a:gd name="connsiteX4" fmla="*/ 3551285 w 4228602"/>
                <a:gd name="connsiteY4" fmla="*/ 655310 h 6402123"/>
                <a:gd name="connsiteX5" fmla="*/ 4087711 w 4228602"/>
                <a:gd name="connsiteY5" fmla="*/ 1023560 h 6402123"/>
                <a:gd name="connsiteX6" fmla="*/ 4210287 w 4228602"/>
                <a:gd name="connsiteY6" fmla="*/ 1124468 h 6402123"/>
                <a:gd name="connsiteX7" fmla="*/ 4228602 w 4228602"/>
                <a:gd name="connsiteY7" fmla="*/ 1143463 h 6402123"/>
                <a:gd name="connsiteX8" fmla="*/ 4228602 w 4228602"/>
                <a:gd name="connsiteY8" fmla="*/ 5863577 h 6402123"/>
                <a:gd name="connsiteX9" fmla="*/ 4121611 w 4228602"/>
                <a:gd name="connsiteY9" fmla="*/ 5908412 h 6402123"/>
                <a:gd name="connsiteX10" fmla="*/ 3825297 w 4228602"/>
                <a:gd name="connsiteY10" fmla="*/ 5998548 h 6402123"/>
                <a:gd name="connsiteX11" fmla="*/ 3030806 w 4228602"/>
                <a:gd name="connsiteY11" fmla="*/ 6135554 h 6402123"/>
                <a:gd name="connsiteX12" fmla="*/ 1630300 w 4228602"/>
                <a:gd name="connsiteY12" fmla="*/ 6282708 h 6402123"/>
                <a:gd name="connsiteX13" fmla="*/ 499456 w 4228602"/>
                <a:gd name="connsiteY13" fmla="*/ 6306630 h 6402123"/>
                <a:gd name="connsiteX14" fmla="*/ 210221 w 4228602"/>
                <a:gd name="connsiteY14" fmla="*/ 6365347 h 6402123"/>
                <a:gd name="connsiteX15" fmla="*/ 0 w 4228602"/>
                <a:gd name="connsiteY15" fmla="*/ 6400867 h 6402123"/>
                <a:gd name="connsiteX16" fmla="*/ 69590 w 4228602"/>
                <a:gd name="connsiteY16" fmla="*/ 5675242 h 6402123"/>
                <a:gd name="connsiteX17" fmla="*/ 250815 w 4228602"/>
                <a:gd name="connsiteY17" fmla="*/ 3831097 h 6402123"/>
                <a:gd name="connsiteX18" fmla="*/ 379123 w 4228602"/>
                <a:gd name="connsiteY18" fmla="*/ 2388546 h 6402123"/>
                <a:gd name="connsiteX19" fmla="*/ 487133 w 4228602"/>
                <a:gd name="connsiteY19" fmla="*/ 1312795 h 6402123"/>
                <a:gd name="connsiteX20" fmla="*/ 609641 w 4228602"/>
                <a:gd name="connsiteY20" fmla="*/ 997463 h 6402123"/>
                <a:gd name="connsiteX21" fmla="*/ 861181 w 4228602"/>
                <a:gd name="connsiteY21" fmla="*/ 796666 h 6402123"/>
                <a:gd name="connsiteX22" fmla="*/ 1392533 w 4228602"/>
                <a:gd name="connsiteY22" fmla="*/ 582095 h 6402123"/>
                <a:gd name="connsiteX23" fmla="*/ 1588981 w 4228602"/>
                <a:gd name="connsiteY23" fmla="*/ 471911 h 6402123"/>
                <a:gd name="connsiteX24" fmla="*/ 1631025 w 4228602"/>
                <a:gd name="connsiteY24" fmla="*/ 346503 h 6402123"/>
                <a:gd name="connsiteX25" fmla="*/ 1777455 w 4228602"/>
                <a:gd name="connsiteY25" fmla="*/ 603842 h 6402123"/>
                <a:gd name="connsiteX26" fmla="*/ 2023196 w 4228602"/>
                <a:gd name="connsiteY26" fmla="*/ 689381 h 6402123"/>
                <a:gd name="connsiteX27" fmla="*/ 2283435 w 4228602"/>
                <a:gd name="connsiteY27" fmla="*/ 544401 h 6402123"/>
                <a:gd name="connsiteX28" fmla="*/ 2893800 w 4228602"/>
                <a:gd name="connsiteY28" fmla="*/ 1 h 6402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228602" h="6402123">
                  <a:moveTo>
                    <a:pt x="2893800" y="1"/>
                  </a:moveTo>
                  <a:cubicBezTo>
                    <a:pt x="2915547" y="726"/>
                    <a:pt x="3003985" y="140631"/>
                    <a:pt x="3040955" y="242117"/>
                  </a:cubicBezTo>
                  <a:cubicBezTo>
                    <a:pt x="3040955" y="242842"/>
                    <a:pt x="3073575" y="322581"/>
                    <a:pt x="3094598" y="358826"/>
                  </a:cubicBezTo>
                  <a:cubicBezTo>
                    <a:pt x="3119969" y="400146"/>
                    <a:pt x="3167812" y="442915"/>
                    <a:pt x="3225080" y="469011"/>
                  </a:cubicBezTo>
                  <a:cubicBezTo>
                    <a:pt x="3349762" y="530628"/>
                    <a:pt x="3478795" y="603118"/>
                    <a:pt x="3551285" y="655310"/>
                  </a:cubicBezTo>
                  <a:cubicBezTo>
                    <a:pt x="3652771" y="728525"/>
                    <a:pt x="4000723" y="960493"/>
                    <a:pt x="4087711" y="1023560"/>
                  </a:cubicBezTo>
                  <a:cubicBezTo>
                    <a:pt x="4133198" y="1056543"/>
                    <a:pt x="4173385" y="1090024"/>
                    <a:pt x="4210287" y="1124468"/>
                  </a:cubicBezTo>
                  <a:lnTo>
                    <a:pt x="4228602" y="1143463"/>
                  </a:lnTo>
                  <a:lnTo>
                    <a:pt x="4228602" y="5863577"/>
                  </a:lnTo>
                  <a:lnTo>
                    <a:pt x="4121611" y="5908412"/>
                  </a:lnTo>
                  <a:cubicBezTo>
                    <a:pt x="4020114" y="5947805"/>
                    <a:pt x="3918265" y="5980426"/>
                    <a:pt x="3825297" y="5998548"/>
                  </a:cubicBezTo>
                  <a:cubicBezTo>
                    <a:pt x="3541136" y="6053640"/>
                    <a:pt x="3309168" y="6087711"/>
                    <a:pt x="3030806" y="6135554"/>
                  </a:cubicBezTo>
                  <a:cubicBezTo>
                    <a:pt x="2762593" y="6181948"/>
                    <a:pt x="1899238" y="6315329"/>
                    <a:pt x="1630300" y="6282708"/>
                  </a:cubicBezTo>
                  <a:cubicBezTo>
                    <a:pt x="1532438" y="6270385"/>
                    <a:pt x="550924" y="6260961"/>
                    <a:pt x="499456" y="6306630"/>
                  </a:cubicBezTo>
                  <a:cubicBezTo>
                    <a:pt x="442189" y="6357373"/>
                    <a:pt x="284161" y="6342150"/>
                    <a:pt x="210221" y="6365347"/>
                  </a:cubicBezTo>
                  <a:cubicBezTo>
                    <a:pt x="193548" y="6370422"/>
                    <a:pt x="0" y="6409566"/>
                    <a:pt x="0" y="6400867"/>
                  </a:cubicBezTo>
                  <a:cubicBezTo>
                    <a:pt x="2900" y="6257337"/>
                    <a:pt x="59442" y="5773829"/>
                    <a:pt x="69590" y="5675242"/>
                  </a:cubicBezTo>
                  <a:cubicBezTo>
                    <a:pt x="84088" y="5525913"/>
                    <a:pt x="244291" y="3899237"/>
                    <a:pt x="250815" y="3831097"/>
                  </a:cubicBezTo>
                  <a:cubicBezTo>
                    <a:pt x="296484" y="3350488"/>
                    <a:pt x="337803" y="2869880"/>
                    <a:pt x="379123" y="2388546"/>
                  </a:cubicBezTo>
                  <a:cubicBezTo>
                    <a:pt x="409568" y="2032620"/>
                    <a:pt x="414643" y="1663646"/>
                    <a:pt x="487133" y="1312795"/>
                  </a:cubicBezTo>
                  <a:cubicBezTo>
                    <a:pt x="510330" y="1200435"/>
                    <a:pt x="541500" y="1091700"/>
                    <a:pt x="609641" y="997463"/>
                  </a:cubicBezTo>
                  <a:cubicBezTo>
                    <a:pt x="674157" y="907576"/>
                    <a:pt x="756795" y="838710"/>
                    <a:pt x="861181" y="796666"/>
                  </a:cubicBezTo>
                  <a:cubicBezTo>
                    <a:pt x="1038057" y="726351"/>
                    <a:pt x="1215657" y="653861"/>
                    <a:pt x="1392533" y="582095"/>
                  </a:cubicBezTo>
                  <a:cubicBezTo>
                    <a:pt x="1467197" y="551650"/>
                    <a:pt x="1542587" y="537152"/>
                    <a:pt x="1588981" y="471911"/>
                  </a:cubicBezTo>
                  <a:cubicBezTo>
                    <a:pt x="1598404" y="458138"/>
                    <a:pt x="1652772" y="360276"/>
                    <a:pt x="1631025" y="346503"/>
                  </a:cubicBezTo>
                  <a:cubicBezTo>
                    <a:pt x="1647697" y="356652"/>
                    <a:pt x="1741210" y="567597"/>
                    <a:pt x="1777455" y="603842"/>
                  </a:cubicBezTo>
                  <a:cubicBezTo>
                    <a:pt x="1848495" y="674883"/>
                    <a:pt x="1920985" y="725626"/>
                    <a:pt x="2023196" y="689381"/>
                  </a:cubicBezTo>
                  <a:cubicBezTo>
                    <a:pt x="2116708" y="656035"/>
                    <a:pt x="2199346" y="595869"/>
                    <a:pt x="2283435" y="544401"/>
                  </a:cubicBezTo>
                  <a:cubicBezTo>
                    <a:pt x="2347226" y="505981"/>
                    <a:pt x="2859005" y="-724"/>
                    <a:pt x="2893800" y="1"/>
                  </a:cubicBezTo>
                  <a:close/>
                </a:path>
              </a:pathLst>
            </a:custGeom>
            <a:solidFill>
              <a:schemeClr val="accent1">
                <a:lumMod val="20000"/>
                <a:lumOff val="80000"/>
              </a:schemeClr>
            </a:solidFill>
            <a:ln w="7249" cap="flat">
              <a:noFill/>
              <a:prstDash val="solid"/>
              <a:miter/>
            </a:ln>
          </p:spPr>
          <p:txBody>
            <a:bodyPr wrap="square"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4" name="Freeform: Shape 43">
              <a:extLst>
                <a:ext uri="{FF2B5EF4-FFF2-40B4-BE49-F238E27FC236}">
                  <a16:creationId xmlns:a16="http://schemas.microsoft.com/office/drawing/2014/main" id="{49A74C2D-6E40-4FB9-DFBF-04C8A563C8CF}"/>
                </a:ext>
              </a:extLst>
            </p:cNvPr>
            <p:cNvSpPr/>
            <p:nvPr/>
          </p:nvSpPr>
          <p:spPr>
            <a:xfrm>
              <a:off x="7693753" y="5926426"/>
              <a:ext cx="3878214" cy="935121"/>
            </a:xfrm>
            <a:custGeom>
              <a:avLst/>
              <a:gdLst>
                <a:gd name="connsiteX0" fmla="*/ 3882436 w 3878214"/>
                <a:gd name="connsiteY0" fmla="*/ 938158 h 935120"/>
                <a:gd name="connsiteX1" fmla="*/ 3857065 w 3878214"/>
                <a:gd name="connsiteY1" fmla="*/ 938883 h 935120"/>
                <a:gd name="connsiteX2" fmla="*/ 2057863 w 3878214"/>
                <a:gd name="connsiteY2" fmla="*/ 938883 h 935120"/>
                <a:gd name="connsiteX3" fmla="*/ 249963 w 3878214"/>
                <a:gd name="connsiteY3" fmla="*/ 938883 h 935120"/>
                <a:gd name="connsiteX4" fmla="*/ 96284 w 3878214"/>
                <a:gd name="connsiteY4" fmla="*/ 938883 h 935120"/>
                <a:gd name="connsiteX5" fmla="*/ 15820 w 3878214"/>
                <a:gd name="connsiteY5" fmla="*/ 923660 h 935120"/>
                <a:gd name="connsiteX6" fmla="*/ 93385 w 3878214"/>
                <a:gd name="connsiteY6" fmla="*/ 647473 h 935120"/>
                <a:gd name="connsiteX7" fmla="*/ 408716 w 3878214"/>
                <a:gd name="connsiteY7" fmla="*/ 372011 h 935120"/>
                <a:gd name="connsiteX8" fmla="*/ 518901 w 3878214"/>
                <a:gd name="connsiteY8" fmla="*/ 161791 h 935120"/>
                <a:gd name="connsiteX9" fmla="*/ 537748 w 3878214"/>
                <a:gd name="connsiteY9" fmla="*/ 43632 h 935120"/>
                <a:gd name="connsiteX10" fmla="*/ 572544 w 3878214"/>
                <a:gd name="connsiteY10" fmla="*/ 16086 h 935120"/>
                <a:gd name="connsiteX11" fmla="*/ 642859 w 3878214"/>
                <a:gd name="connsiteY11" fmla="*/ 142218 h 935120"/>
                <a:gd name="connsiteX12" fmla="*/ 765367 w 3878214"/>
                <a:gd name="connsiteY12" fmla="*/ 363313 h 935120"/>
                <a:gd name="connsiteX13" fmla="*/ 913971 w 3878214"/>
                <a:gd name="connsiteY13" fmla="*/ 342291 h 935120"/>
                <a:gd name="connsiteX14" fmla="*/ 1066200 w 3878214"/>
                <a:gd name="connsiteY14" fmla="*/ 269801 h 935120"/>
                <a:gd name="connsiteX15" fmla="*/ 1874464 w 3878214"/>
                <a:gd name="connsiteY15" fmla="*/ 358238 h 935120"/>
                <a:gd name="connsiteX16" fmla="*/ 2731295 w 3878214"/>
                <a:gd name="connsiteY16" fmla="*/ 295172 h 935120"/>
                <a:gd name="connsiteX17" fmla="*/ 3751954 w 3878214"/>
                <a:gd name="connsiteY17" fmla="*/ 121921 h 935120"/>
                <a:gd name="connsiteX18" fmla="*/ 3767902 w 3878214"/>
                <a:gd name="connsiteY18" fmla="*/ 135694 h 935120"/>
                <a:gd name="connsiteX19" fmla="*/ 3883886 w 3878214"/>
                <a:gd name="connsiteY19" fmla="*/ 933084 h 935120"/>
                <a:gd name="connsiteX20" fmla="*/ 3882436 w 3878214"/>
                <a:gd name="connsiteY20" fmla="*/ 938158 h 93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78214" h="935120">
                  <a:moveTo>
                    <a:pt x="3882436" y="938158"/>
                  </a:moveTo>
                  <a:cubicBezTo>
                    <a:pt x="3873738" y="938158"/>
                    <a:pt x="3865039" y="938883"/>
                    <a:pt x="3857065" y="938883"/>
                  </a:cubicBezTo>
                  <a:cubicBezTo>
                    <a:pt x="3257573" y="938883"/>
                    <a:pt x="2657356" y="938883"/>
                    <a:pt x="2057863" y="938883"/>
                  </a:cubicBezTo>
                  <a:cubicBezTo>
                    <a:pt x="1455472" y="938883"/>
                    <a:pt x="852355" y="938883"/>
                    <a:pt x="249963" y="938883"/>
                  </a:cubicBezTo>
                  <a:cubicBezTo>
                    <a:pt x="198495" y="938883"/>
                    <a:pt x="147752" y="938883"/>
                    <a:pt x="96284" y="938883"/>
                  </a:cubicBezTo>
                  <a:cubicBezTo>
                    <a:pt x="69463" y="938883"/>
                    <a:pt x="33943" y="949032"/>
                    <a:pt x="15820" y="923660"/>
                  </a:cubicBezTo>
                  <a:cubicBezTo>
                    <a:pt x="-35647" y="852620"/>
                    <a:pt x="51340" y="701841"/>
                    <a:pt x="93385" y="647473"/>
                  </a:cubicBezTo>
                  <a:cubicBezTo>
                    <a:pt x="178198" y="535839"/>
                    <a:pt x="302156" y="460449"/>
                    <a:pt x="408716" y="372011"/>
                  </a:cubicBezTo>
                  <a:cubicBezTo>
                    <a:pt x="472507" y="319094"/>
                    <a:pt x="502228" y="241529"/>
                    <a:pt x="518901" y="161791"/>
                  </a:cubicBezTo>
                  <a:cubicBezTo>
                    <a:pt x="526875" y="122646"/>
                    <a:pt x="531949" y="83501"/>
                    <a:pt x="537748" y="43632"/>
                  </a:cubicBezTo>
                  <a:cubicBezTo>
                    <a:pt x="543548" y="3037"/>
                    <a:pt x="547897" y="-15810"/>
                    <a:pt x="572544" y="16086"/>
                  </a:cubicBezTo>
                  <a:cubicBezTo>
                    <a:pt x="600815" y="53056"/>
                    <a:pt x="620387" y="101624"/>
                    <a:pt x="642859" y="142218"/>
                  </a:cubicBezTo>
                  <a:cubicBezTo>
                    <a:pt x="681278" y="211084"/>
                    <a:pt x="714624" y="303871"/>
                    <a:pt x="765367" y="363313"/>
                  </a:cubicBezTo>
                  <a:cubicBezTo>
                    <a:pt x="798712" y="402457"/>
                    <a:pt x="879901" y="358963"/>
                    <a:pt x="913971" y="342291"/>
                  </a:cubicBezTo>
                  <a:cubicBezTo>
                    <a:pt x="943692" y="327793"/>
                    <a:pt x="1032855" y="256752"/>
                    <a:pt x="1066200" y="269801"/>
                  </a:cubicBezTo>
                  <a:cubicBezTo>
                    <a:pt x="1322815" y="372011"/>
                    <a:pt x="1603351" y="361138"/>
                    <a:pt x="1874464" y="358238"/>
                  </a:cubicBezTo>
                  <a:cubicBezTo>
                    <a:pt x="2159349" y="355339"/>
                    <a:pt x="2446410" y="319819"/>
                    <a:pt x="2731295" y="295172"/>
                  </a:cubicBezTo>
                  <a:cubicBezTo>
                    <a:pt x="3076348" y="265451"/>
                    <a:pt x="3410527" y="169040"/>
                    <a:pt x="3751954" y="121921"/>
                  </a:cubicBezTo>
                  <a:cubicBezTo>
                    <a:pt x="3764278" y="120471"/>
                    <a:pt x="3770077" y="118297"/>
                    <a:pt x="3767902" y="135694"/>
                  </a:cubicBezTo>
                  <a:cubicBezTo>
                    <a:pt x="3733832" y="406082"/>
                    <a:pt x="3817195" y="673570"/>
                    <a:pt x="3883886" y="933084"/>
                  </a:cubicBezTo>
                  <a:cubicBezTo>
                    <a:pt x="3882436" y="934534"/>
                    <a:pt x="3882436" y="935984"/>
                    <a:pt x="3882436" y="938158"/>
                  </a:cubicBezTo>
                  <a:close/>
                </a:path>
              </a:pathLst>
            </a:custGeom>
            <a:solidFill>
              <a:schemeClr val="tx1"/>
            </a:solidFill>
            <a:ln w="724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Freeform: Shape 44">
              <a:extLst>
                <a:ext uri="{FF2B5EF4-FFF2-40B4-BE49-F238E27FC236}">
                  <a16:creationId xmlns:a16="http://schemas.microsoft.com/office/drawing/2014/main" id="{0A473873-C78F-C804-1183-00248EF11575}"/>
                </a:ext>
              </a:extLst>
            </p:cNvPr>
            <p:cNvSpPr/>
            <p:nvPr/>
          </p:nvSpPr>
          <p:spPr>
            <a:xfrm>
              <a:off x="8256148" y="808771"/>
              <a:ext cx="1536788" cy="5523737"/>
            </a:xfrm>
            <a:custGeom>
              <a:avLst/>
              <a:gdLst>
                <a:gd name="connsiteX0" fmla="*/ 1280173 w 1536787"/>
                <a:gd name="connsiteY0" fmla="*/ 0 h 5523737"/>
                <a:gd name="connsiteX1" fmla="*/ 1407756 w 1536787"/>
                <a:gd name="connsiteY1" fmla="*/ 34070 h 5523737"/>
                <a:gd name="connsiteX2" fmla="*/ 1538238 w 1536787"/>
                <a:gd name="connsiteY2" fmla="*/ 263139 h 5523737"/>
                <a:gd name="connsiteX3" fmla="*/ 1439651 w 1536787"/>
                <a:gd name="connsiteY3" fmla="*/ 423342 h 5523737"/>
                <a:gd name="connsiteX4" fmla="*/ 562522 w 1536787"/>
                <a:gd name="connsiteY4" fmla="*/ 5378758 h 5523737"/>
                <a:gd name="connsiteX5" fmla="*/ 197173 w 1536787"/>
                <a:gd name="connsiteY5" fmla="*/ 5528812 h 5523737"/>
                <a:gd name="connsiteX6" fmla="*/ 0 w 1536787"/>
                <a:gd name="connsiteY6" fmla="*/ 5169261 h 5523737"/>
                <a:gd name="connsiteX7" fmla="*/ 1166364 w 1536787"/>
                <a:gd name="connsiteY7" fmla="*/ 447263 h 5523737"/>
                <a:gd name="connsiteX8" fmla="*/ 1110547 w 1536787"/>
                <a:gd name="connsiteY8" fmla="*/ 102936 h 5523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6787" h="5523737">
                  <a:moveTo>
                    <a:pt x="1280173" y="0"/>
                  </a:moveTo>
                  <a:lnTo>
                    <a:pt x="1407756" y="34070"/>
                  </a:lnTo>
                  <a:lnTo>
                    <a:pt x="1538238" y="263139"/>
                  </a:lnTo>
                  <a:lnTo>
                    <a:pt x="1439651" y="423342"/>
                  </a:lnTo>
                  <a:lnTo>
                    <a:pt x="562522" y="5378758"/>
                  </a:lnTo>
                  <a:lnTo>
                    <a:pt x="197173" y="5528812"/>
                  </a:lnTo>
                  <a:lnTo>
                    <a:pt x="0" y="5169261"/>
                  </a:lnTo>
                  <a:lnTo>
                    <a:pt x="1166364" y="447263"/>
                  </a:lnTo>
                  <a:lnTo>
                    <a:pt x="1110547" y="102936"/>
                  </a:lnTo>
                  <a:close/>
                </a:path>
              </a:pathLst>
            </a:custGeom>
            <a:solidFill>
              <a:schemeClr val="accent2"/>
            </a:solidFill>
            <a:ln w="724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Freeform: Shape 45">
              <a:extLst>
                <a:ext uri="{FF2B5EF4-FFF2-40B4-BE49-F238E27FC236}">
                  <a16:creationId xmlns:a16="http://schemas.microsoft.com/office/drawing/2014/main" id="{C13304C8-8870-80F4-8072-433CFCEB6458}"/>
                </a:ext>
              </a:extLst>
            </p:cNvPr>
            <p:cNvSpPr/>
            <p:nvPr/>
          </p:nvSpPr>
          <p:spPr>
            <a:xfrm>
              <a:off x="7522549" y="4157808"/>
              <a:ext cx="4218917" cy="1551286"/>
            </a:xfrm>
            <a:custGeom>
              <a:avLst/>
              <a:gdLst>
                <a:gd name="connsiteX0" fmla="*/ 0 w 4218917"/>
                <a:gd name="connsiteY0" fmla="*/ 0 h 1551285"/>
                <a:gd name="connsiteX1" fmla="*/ 1931858 w 4218917"/>
                <a:gd name="connsiteY1" fmla="*/ 880028 h 1551285"/>
                <a:gd name="connsiteX2" fmla="*/ 2223993 w 4218917"/>
                <a:gd name="connsiteY2" fmla="*/ 882203 h 1551285"/>
                <a:gd name="connsiteX3" fmla="*/ 4208044 w 4218917"/>
                <a:gd name="connsiteY3" fmla="*/ 230518 h 1551285"/>
                <a:gd name="connsiteX4" fmla="*/ 4223992 w 4218917"/>
                <a:gd name="connsiteY4" fmla="*/ 1017759 h 1551285"/>
                <a:gd name="connsiteX5" fmla="*/ 2223993 w 4218917"/>
                <a:gd name="connsiteY5" fmla="*/ 1554185 h 1551285"/>
                <a:gd name="connsiteX6" fmla="*/ 1873866 w 4218917"/>
                <a:gd name="connsiteY6" fmla="*/ 1554185 h 1551285"/>
                <a:gd name="connsiteX7" fmla="*/ 224719 w 4218917"/>
                <a:gd name="connsiteY7" fmla="*/ 793765 h 1551285"/>
                <a:gd name="connsiteX8" fmla="*/ 0 w 4218917"/>
                <a:gd name="connsiteY8" fmla="*/ 0 h 1551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8917" h="1551285">
                  <a:moveTo>
                    <a:pt x="0" y="0"/>
                  </a:moveTo>
                  <a:lnTo>
                    <a:pt x="1931858" y="880028"/>
                  </a:lnTo>
                  <a:lnTo>
                    <a:pt x="2223993" y="882203"/>
                  </a:lnTo>
                  <a:lnTo>
                    <a:pt x="4208044" y="230518"/>
                  </a:lnTo>
                  <a:lnTo>
                    <a:pt x="4223992" y="1017759"/>
                  </a:lnTo>
                  <a:lnTo>
                    <a:pt x="2223993" y="1554185"/>
                  </a:lnTo>
                  <a:lnTo>
                    <a:pt x="1873866" y="1554185"/>
                  </a:lnTo>
                  <a:lnTo>
                    <a:pt x="224719" y="793765"/>
                  </a:lnTo>
                  <a:lnTo>
                    <a:pt x="0" y="0"/>
                  </a:lnTo>
                </a:path>
              </a:pathLst>
            </a:custGeom>
            <a:solidFill>
              <a:schemeClr val="tx1">
                <a:lumMod val="65000"/>
                <a:lumOff val="35000"/>
              </a:schemeClr>
            </a:solidFill>
            <a:ln w="724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7" name="Freeform: Shape 46">
              <a:extLst>
                <a:ext uri="{FF2B5EF4-FFF2-40B4-BE49-F238E27FC236}">
                  <a16:creationId xmlns:a16="http://schemas.microsoft.com/office/drawing/2014/main" id="{DDF94284-3A39-96F3-A4B9-5752F64B463F}"/>
                </a:ext>
              </a:extLst>
            </p:cNvPr>
            <p:cNvSpPr/>
            <p:nvPr/>
          </p:nvSpPr>
          <p:spPr>
            <a:xfrm>
              <a:off x="7632009" y="4107352"/>
              <a:ext cx="3994198" cy="935121"/>
            </a:xfrm>
            <a:custGeom>
              <a:avLst/>
              <a:gdLst>
                <a:gd name="connsiteX0" fmla="*/ 3994923 w 3994198"/>
                <a:gd name="connsiteY0" fmla="*/ 311420 h 935120"/>
                <a:gd name="connsiteX1" fmla="*/ 3821672 w 3994198"/>
                <a:gd name="connsiteY1" fmla="*/ 378836 h 935120"/>
                <a:gd name="connsiteX2" fmla="*/ 3593329 w 3994198"/>
                <a:gd name="connsiteY2" fmla="*/ 454951 h 935120"/>
                <a:gd name="connsiteX3" fmla="*/ 3148240 w 3994198"/>
                <a:gd name="connsiteY3" fmla="*/ 603555 h 935120"/>
                <a:gd name="connsiteX4" fmla="*/ 2209495 w 3994198"/>
                <a:gd name="connsiteY4" fmla="*/ 919611 h 935120"/>
                <a:gd name="connsiteX5" fmla="*/ 1822398 w 3994198"/>
                <a:gd name="connsiteY5" fmla="*/ 930485 h 935120"/>
                <a:gd name="connsiteX6" fmla="*/ 1155490 w 3994198"/>
                <a:gd name="connsiteY6" fmla="*/ 632551 h 935120"/>
                <a:gd name="connsiteX7" fmla="*/ 568322 w 3994198"/>
                <a:gd name="connsiteY7" fmla="*/ 363613 h 935120"/>
                <a:gd name="connsiteX8" fmla="*/ 263864 w 3994198"/>
                <a:gd name="connsiteY8" fmla="*/ 223707 h 935120"/>
                <a:gd name="connsiteX9" fmla="*/ 12323 w 3994198"/>
                <a:gd name="connsiteY9" fmla="*/ 108448 h 935120"/>
                <a:gd name="connsiteX10" fmla="*/ 0 w 3994198"/>
                <a:gd name="connsiteY10" fmla="*/ 103374 h 935120"/>
                <a:gd name="connsiteX11" fmla="*/ 127582 w 3994198"/>
                <a:gd name="connsiteY11" fmla="*/ 13486 h 935120"/>
                <a:gd name="connsiteX12" fmla="*/ 461761 w 3994198"/>
                <a:gd name="connsiteY12" fmla="*/ 67129 h 935120"/>
                <a:gd name="connsiteX13" fmla="*/ 1126494 w 3994198"/>
                <a:gd name="connsiteY13" fmla="*/ 249079 h 935120"/>
                <a:gd name="connsiteX14" fmla="*/ 1601304 w 3994198"/>
                <a:gd name="connsiteY14" fmla="*/ 428129 h 935120"/>
                <a:gd name="connsiteX15" fmla="*/ 1952155 w 3994198"/>
                <a:gd name="connsiteY15" fmla="*/ 850021 h 935120"/>
                <a:gd name="connsiteX16" fmla="*/ 2171075 w 3994198"/>
                <a:gd name="connsiteY16" fmla="*/ 574559 h 935120"/>
                <a:gd name="connsiteX17" fmla="*/ 2829284 w 3994198"/>
                <a:gd name="connsiteY17" fmla="*/ 298372 h 935120"/>
                <a:gd name="connsiteX18" fmla="*/ 3337439 w 3994198"/>
                <a:gd name="connsiteY18" fmla="*/ 193987 h 935120"/>
                <a:gd name="connsiteX19" fmla="*/ 3797026 w 3994198"/>
                <a:gd name="connsiteY19" fmla="*/ 195436 h 935120"/>
                <a:gd name="connsiteX20" fmla="*/ 3994923 w 3994198"/>
                <a:gd name="connsiteY20" fmla="*/ 311420 h 93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994198" h="935120">
                  <a:moveTo>
                    <a:pt x="3994923" y="311420"/>
                  </a:moveTo>
                  <a:cubicBezTo>
                    <a:pt x="3994198" y="310695"/>
                    <a:pt x="3835445" y="374487"/>
                    <a:pt x="3821672" y="378836"/>
                  </a:cubicBezTo>
                  <a:cubicBezTo>
                    <a:pt x="3745558" y="404208"/>
                    <a:pt x="3669443" y="429579"/>
                    <a:pt x="3593329" y="454951"/>
                  </a:cubicBezTo>
                  <a:cubicBezTo>
                    <a:pt x="3444724" y="504244"/>
                    <a:pt x="3296845" y="554262"/>
                    <a:pt x="3148240" y="603555"/>
                  </a:cubicBezTo>
                  <a:cubicBezTo>
                    <a:pt x="2837983" y="716639"/>
                    <a:pt x="2521202" y="811601"/>
                    <a:pt x="2209495" y="919611"/>
                  </a:cubicBezTo>
                  <a:cubicBezTo>
                    <a:pt x="2142079" y="942808"/>
                    <a:pt x="1891264" y="937734"/>
                    <a:pt x="1822398" y="930485"/>
                  </a:cubicBezTo>
                  <a:cubicBezTo>
                    <a:pt x="1638999" y="936284"/>
                    <a:pt x="1430227" y="757959"/>
                    <a:pt x="1155490" y="632551"/>
                  </a:cubicBezTo>
                  <a:cubicBezTo>
                    <a:pt x="959767" y="543388"/>
                    <a:pt x="764044" y="453501"/>
                    <a:pt x="568322" y="363613"/>
                  </a:cubicBezTo>
                  <a:cubicBezTo>
                    <a:pt x="466836" y="317220"/>
                    <a:pt x="365350" y="270826"/>
                    <a:pt x="263864" y="223707"/>
                  </a:cubicBezTo>
                  <a:cubicBezTo>
                    <a:pt x="197898" y="193262"/>
                    <a:pt x="85538" y="109898"/>
                    <a:pt x="12323" y="108448"/>
                  </a:cubicBezTo>
                  <a:cubicBezTo>
                    <a:pt x="7974" y="108448"/>
                    <a:pt x="3624" y="106999"/>
                    <a:pt x="0" y="103374"/>
                  </a:cubicBezTo>
                  <a:cubicBezTo>
                    <a:pt x="23197" y="58430"/>
                    <a:pt x="84088" y="32334"/>
                    <a:pt x="127582" y="13486"/>
                  </a:cubicBezTo>
                  <a:cubicBezTo>
                    <a:pt x="225444" y="-29283"/>
                    <a:pt x="364625" y="41033"/>
                    <a:pt x="461761" y="67129"/>
                  </a:cubicBezTo>
                  <a:cubicBezTo>
                    <a:pt x="685030" y="121497"/>
                    <a:pt x="905400" y="187462"/>
                    <a:pt x="1126494" y="249079"/>
                  </a:cubicBezTo>
                  <a:cubicBezTo>
                    <a:pt x="1290322" y="294023"/>
                    <a:pt x="1455599" y="340416"/>
                    <a:pt x="1601304" y="428129"/>
                  </a:cubicBezTo>
                  <a:cubicBezTo>
                    <a:pt x="1747009" y="515842"/>
                    <a:pt x="1916635" y="684744"/>
                    <a:pt x="1952155" y="850021"/>
                  </a:cubicBezTo>
                  <a:cubicBezTo>
                    <a:pt x="1997099" y="768107"/>
                    <a:pt x="2154402" y="588332"/>
                    <a:pt x="2171075" y="574559"/>
                  </a:cubicBezTo>
                  <a:cubicBezTo>
                    <a:pt x="2387820" y="397683"/>
                    <a:pt x="2561796" y="378111"/>
                    <a:pt x="2829284" y="298372"/>
                  </a:cubicBezTo>
                  <a:cubicBezTo>
                    <a:pt x="2995286" y="249079"/>
                    <a:pt x="3166363" y="218633"/>
                    <a:pt x="3337439" y="193987"/>
                  </a:cubicBezTo>
                  <a:cubicBezTo>
                    <a:pt x="3483869" y="172964"/>
                    <a:pt x="3658570" y="121497"/>
                    <a:pt x="3797026" y="195436"/>
                  </a:cubicBezTo>
                  <a:cubicBezTo>
                    <a:pt x="3862991" y="231681"/>
                    <a:pt x="3936931" y="265752"/>
                    <a:pt x="3994923" y="311420"/>
                  </a:cubicBezTo>
                  <a:close/>
                </a:path>
              </a:pathLst>
            </a:custGeom>
            <a:solidFill>
              <a:srgbClr val="FEFEFE"/>
            </a:solidFill>
            <a:ln w="724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8" name="Freeform: Shape 47">
              <a:extLst>
                <a:ext uri="{FF2B5EF4-FFF2-40B4-BE49-F238E27FC236}">
                  <a16:creationId xmlns:a16="http://schemas.microsoft.com/office/drawing/2014/main" id="{9352EB8D-E0A6-3ED2-1B28-F0C47D39C651}"/>
                </a:ext>
              </a:extLst>
            </p:cNvPr>
            <p:cNvSpPr/>
            <p:nvPr/>
          </p:nvSpPr>
          <p:spPr>
            <a:xfrm>
              <a:off x="8514000" y="4983901"/>
              <a:ext cx="2457411" cy="1203334"/>
            </a:xfrm>
            <a:custGeom>
              <a:avLst/>
              <a:gdLst>
                <a:gd name="connsiteX0" fmla="*/ 419930 w 2457410"/>
                <a:gd name="connsiteY0" fmla="*/ 515697 h 1203333"/>
                <a:gd name="connsiteX1" fmla="*/ 216233 w 2457410"/>
                <a:gd name="connsiteY1" fmla="*/ 351870 h 1203333"/>
                <a:gd name="connsiteX2" fmla="*/ 174913 w 2457410"/>
                <a:gd name="connsiteY2" fmla="*/ 314900 h 1203333"/>
                <a:gd name="connsiteX3" fmla="*/ 163315 w 2457410"/>
                <a:gd name="connsiteY3" fmla="*/ 267056 h 1203333"/>
                <a:gd name="connsiteX4" fmla="*/ 150267 w 2457410"/>
                <a:gd name="connsiteY4" fmla="*/ 239510 h 1203333"/>
                <a:gd name="connsiteX5" fmla="*/ 44431 w 2457410"/>
                <a:gd name="connsiteY5" fmla="*/ 159046 h 1203333"/>
                <a:gd name="connsiteX6" fmla="*/ 32833 w 2457410"/>
                <a:gd name="connsiteY6" fmla="*/ 147448 h 1203333"/>
                <a:gd name="connsiteX7" fmla="*/ 11086 w 2457410"/>
                <a:gd name="connsiteY7" fmla="*/ 44512 h 1203333"/>
                <a:gd name="connsiteX8" fmla="*/ 112572 w 2457410"/>
                <a:gd name="connsiteY8" fmla="*/ 1018 h 1203333"/>
                <a:gd name="connsiteX9" fmla="*/ 234355 w 2457410"/>
                <a:gd name="connsiteY9" fmla="*/ 46687 h 1203333"/>
                <a:gd name="connsiteX10" fmla="*/ 311919 w 2457410"/>
                <a:gd name="connsiteY10" fmla="*/ 90181 h 1203333"/>
                <a:gd name="connsiteX11" fmla="*/ 336566 w 2457410"/>
                <a:gd name="connsiteY11" fmla="*/ 86556 h 1203333"/>
                <a:gd name="connsiteX12" fmla="*/ 467048 w 2457410"/>
                <a:gd name="connsiteY12" fmla="*/ 48862 h 1203333"/>
                <a:gd name="connsiteX13" fmla="*/ 611303 w 2457410"/>
                <a:gd name="connsiteY13" fmla="*/ 128601 h 1203333"/>
                <a:gd name="connsiteX14" fmla="*/ 967954 w 2457410"/>
                <a:gd name="connsiteY14" fmla="*/ 372167 h 1203333"/>
                <a:gd name="connsiteX15" fmla="*/ 1202097 w 2457410"/>
                <a:gd name="connsiteY15" fmla="*/ 460605 h 1203333"/>
                <a:gd name="connsiteX16" fmla="*/ 1418842 w 2457410"/>
                <a:gd name="connsiteY16" fmla="*/ 441032 h 1203333"/>
                <a:gd name="connsiteX17" fmla="*/ 1662408 w 2457410"/>
                <a:gd name="connsiteY17" fmla="*/ 388840 h 1203333"/>
                <a:gd name="connsiteX18" fmla="*/ 1682705 w 2457410"/>
                <a:gd name="connsiteY18" fmla="*/ 363468 h 1203333"/>
                <a:gd name="connsiteX19" fmla="*/ 1729824 w 2457410"/>
                <a:gd name="connsiteY19" fmla="*/ 179344 h 1203333"/>
                <a:gd name="connsiteX20" fmla="*/ 1860306 w 2457410"/>
                <a:gd name="connsiteY20" fmla="*/ 59735 h 1203333"/>
                <a:gd name="connsiteX21" fmla="*/ 1914673 w 2457410"/>
                <a:gd name="connsiteY21" fmla="*/ 88006 h 1203333"/>
                <a:gd name="connsiteX22" fmla="*/ 1926996 w 2457410"/>
                <a:gd name="connsiteY22" fmla="*/ 151797 h 1203333"/>
                <a:gd name="connsiteX23" fmla="*/ 1939320 w 2457410"/>
                <a:gd name="connsiteY23" fmla="*/ 203990 h 1203333"/>
                <a:gd name="connsiteX24" fmla="*/ 1957442 w 2457410"/>
                <a:gd name="connsiteY24" fmla="*/ 373617 h 1203333"/>
                <a:gd name="connsiteX25" fmla="*/ 1967591 w 2457410"/>
                <a:gd name="connsiteY25" fmla="*/ 409862 h 1203333"/>
                <a:gd name="connsiteX26" fmla="*/ 2074876 w 2457410"/>
                <a:gd name="connsiteY26" fmla="*/ 562816 h 1203333"/>
                <a:gd name="connsiteX27" fmla="*/ 2098798 w 2457410"/>
                <a:gd name="connsiteY27" fmla="*/ 570065 h 1203333"/>
                <a:gd name="connsiteX28" fmla="*/ 2178537 w 2457410"/>
                <a:gd name="connsiteY28" fmla="*/ 567890 h 1203333"/>
                <a:gd name="connsiteX29" fmla="*/ 2254651 w 2457410"/>
                <a:gd name="connsiteY29" fmla="*/ 567890 h 1203333"/>
                <a:gd name="connsiteX30" fmla="*/ 2315543 w 2457410"/>
                <a:gd name="connsiteY30" fmla="*/ 601235 h 1203333"/>
                <a:gd name="connsiteX31" fmla="*/ 2451099 w 2457410"/>
                <a:gd name="connsiteY31" fmla="*/ 804932 h 1203333"/>
                <a:gd name="connsiteX32" fmla="*/ 2451099 w 2457410"/>
                <a:gd name="connsiteY32" fmla="*/ 965135 h 1203333"/>
                <a:gd name="connsiteX33" fmla="*/ 2380059 w 2457410"/>
                <a:gd name="connsiteY33" fmla="*/ 1068796 h 1203333"/>
                <a:gd name="connsiteX34" fmla="*/ 2332940 w 2457410"/>
                <a:gd name="connsiteY34" fmla="*/ 1108665 h 1203333"/>
                <a:gd name="connsiteX35" fmla="*/ 2266250 w 2457410"/>
                <a:gd name="connsiteY35" fmla="*/ 1147810 h 1203333"/>
                <a:gd name="connsiteX36" fmla="*/ 1559472 w 2457410"/>
                <a:gd name="connsiteY36" fmla="*/ 1151434 h 1203333"/>
                <a:gd name="connsiteX37" fmla="*/ 1405793 w 2457410"/>
                <a:gd name="connsiteY37" fmla="*/ 1116639 h 1203333"/>
                <a:gd name="connsiteX38" fmla="*/ 1023771 w 2457410"/>
                <a:gd name="connsiteY38" fmla="*/ 1001380 h 1203333"/>
                <a:gd name="connsiteX39" fmla="*/ 824424 w 2457410"/>
                <a:gd name="connsiteY39" fmla="*/ 895545 h 1203333"/>
                <a:gd name="connsiteX40" fmla="*/ 628701 w 2457410"/>
                <a:gd name="connsiteY40" fmla="*/ 704171 h 1203333"/>
                <a:gd name="connsiteX41" fmla="*/ 419930 w 2457410"/>
                <a:gd name="connsiteY41" fmla="*/ 515697 h 1203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457410" h="1203333">
                  <a:moveTo>
                    <a:pt x="419930" y="515697"/>
                  </a:moveTo>
                  <a:cubicBezTo>
                    <a:pt x="353239" y="460605"/>
                    <a:pt x="284373" y="406237"/>
                    <a:pt x="216233" y="351870"/>
                  </a:cubicBezTo>
                  <a:cubicBezTo>
                    <a:pt x="201735" y="340271"/>
                    <a:pt x="185787" y="330123"/>
                    <a:pt x="174913" y="314900"/>
                  </a:cubicBezTo>
                  <a:cubicBezTo>
                    <a:pt x="164040" y="300402"/>
                    <a:pt x="157516" y="284454"/>
                    <a:pt x="163315" y="267056"/>
                  </a:cubicBezTo>
                  <a:cubicBezTo>
                    <a:pt x="167664" y="252558"/>
                    <a:pt x="161140" y="246034"/>
                    <a:pt x="150267" y="239510"/>
                  </a:cubicBezTo>
                  <a:cubicBezTo>
                    <a:pt x="113297" y="215589"/>
                    <a:pt x="76327" y="190217"/>
                    <a:pt x="44431" y="159046"/>
                  </a:cubicBezTo>
                  <a:cubicBezTo>
                    <a:pt x="40807" y="155422"/>
                    <a:pt x="36458" y="151797"/>
                    <a:pt x="32833" y="147448"/>
                  </a:cubicBezTo>
                  <a:cubicBezTo>
                    <a:pt x="-2687" y="109753"/>
                    <a:pt x="-8486" y="80757"/>
                    <a:pt x="11086" y="44512"/>
                  </a:cubicBezTo>
                  <a:cubicBezTo>
                    <a:pt x="27034" y="14791"/>
                    <a:pt x="72702" y="-4781"/>
                    <a:pt x="112572" y="1018"/>
                  </a:cubicBezTo>
                  <a:cubicBezTo>
                    <a:pt x="156066" y="7542"/>
                    <a:pt x="195935" y="27115"/>
                    <a:pt x="234355" y="46687"/>
                  </a:cubicBezTo>
                  <a:cubicBezTo>
                    <a:pt x="260452" y="60460"/>
                    <a:pt x="286548" y="74958"/>
                    <a:pt x="311919" y="90181"/>
                  </a:cubicBezTo>
                  <a:cubicBezTo>
                    <a:pt x="322068" y="95980"/>
                    <a:pt x="327867" y="97430"/>
                    <a:pt x="336566" y="86556"/>
                  </a:cubicBezTo>
                  <a:cubicBezTo>
                    <a:pt x="372086" y="42337"/>
                    <a:pt x="412681" y="30739"/>
                    <a:pt x="467048" y="48862"/>
                  </a:cubicBezTo>
                  <a:cubicBezTo>
                    <a:pt x="519966" y="66259"/>
                    <a:pt x="565634" y="97430"/>
                    <a:pt x="611303" y="128601"/>
                  </a:cubicBezTo>
                  <a:cubicBezTo>
                    <a:pt x="730187" y="209789"/>
                    <a:pt x="844721" y="297502"/>
                    <a:pt x="967954" y="372167"/>
                  </a:cubicBezTo>
                  <a:cubicBezTo>
                    <a:pt x="1040444" y="415661"/>
                    <a:pt x="1117283" y="449731"/>
                    <a:pt x="1202097" y="460605"/>
                  </a:cubicBezTo>
                  <a:cubicBezTo>
                    <a:pt x="1276036" y="470028"/>
                    <a:pt x="1347801" y="460605"/>
                    <a:pt x="1418842" y="441032"/>
                  </a:cubicBezTo>
                  <a:cubicBezTo>
                    <a:pt x="1499306" y="418561"/>
                    <a:pt x="1580494" y="401888"/>
                    <a:pt x="1662408" y="388840"/>
                  </a:cubicBezTo>
                  <a:cubicBezTo>
                    <a:pt x="1679806" y="385940"/>
                    <a:pt x="1681255" y="376516"/>
                    <a:pt x="1682705" y="363468"/>
                  </a:cubicBezTo>
                  <a:cubicBezTo>
                    <a:pt x="1688504" y="299677"/>
                    <a:pt x="1700828" y="237336"/>
                    <a:pt x="1729824" y="179344"/>
                  </a:cubicBezTo>
                  <a:cubicBezTo>
                    <a:pt x="1758095" y="122801"/>
                    <a:pt x="1799414" y="80032"/>
                    <a:pt x="1860306" y="59735"/>
                  </a:cubicBezTo>
                  <a:cubicBezTo>
                    <a:pt x="1890026" y="49586"/>
                    <a:pt x="1905974" y="56835"/>
                    <a:pt x="1914673" y="88006"/>
                  </a:cubicBezTo>
                  <a:cubicBezTo>
                    <a:pt x="1920472" y="109028"/>
                    <a:pt x="1923372" y="130775"/>
                    <a:pt x="1926996" y="151797"/>
                  </a:cubicBezTo>
                  <a:cubicBezTo>
                    <a:pt x="1929896" y="169195"/>
                    <a:pt x="1932071" y="187317"/>
                    <a:pt x="1939320" y="203990"/>
                  </a:cubicBezTo>
                  <a:cubicBezTo>
                    <a:pt x="1964691" y="258358"/>
                    <a:pt x="1965416" y="315625"/>
                    <a:pt x="1957442" y="373617"/>
                  </a:cubicBezTo>
                  <a:cubicBezTo>
                    <a:pt x="1955267" y="388115"/>
                    <a:pt x="1959617" y="398988"/>
                    <a:pt x="1967591" y="409862"/>
                  </a:cubicBezTo>
                  <a:cubicBezTo>
                    <a:pt x="2003836" y="460605"/>
                    <a:pt x="2039356" y="511348"/>
                    <a:pt x="2074876" y="562816"/>
                  </a:cubicBezTo>
                  <a:cubicBezTo>
                    <a:pt x="2080675" y="570790"/>
                    <a:pt x="2090099" y="570790"/>
                    <a:pt x="2098798" y="570065"/>
                  </a:cubicBezTo>
                  <a:cubicBezTo>
                    <a:pt x="2125619" y="568615"/>
                    <a:pt x="2152440" y="572239"/>
                    <a:pt x="2178537" y="567890"/>
                  </a:cubicBezTo>
                  <a:cubicBezTo>
                    <a:pt x="2201733" y="567890"/>
                    <a:pt x="2231454" y="562816"/>
                    <a:pt x="2254651" y="567890"/>
                  </a:cubicBezTo>
                  <a:cubicBezTo>
                    <a:pt x="2274948" y="572239"/>
                    <a:pt x="2298145" y="589637"/>
                    <a:pt x="2315543" y="601235"/>
                  </a:cubicBezTo>
                  <a:cubicBezTo>
                    <a:pt x="2390932" y="650529"/>
                    <a:pt x="2430802" y="719394"/>
                    <a:pt x="2451099" y="804932"/>
                  </a:cubicBezTo>
                  <a:cubicBezTo>
                    <a:pt x="2463422" y="855675"/>
                    <a:pt x="2471396" y="916567"/>
                    <a:pt x="2451099" y="965135"/>
                  </a:cubicBezTo>
                  <a:cubicBezTo>
                    <a:pt x="2435151" y="1002105"/>
                    <a:pt x="2422103" y="1052123"/>
                    <a:pt x="2380059" y="1068796"/>
                  </a:cubicBezTo>
                  <a:cubicBezTo>
                    <a:pt x="2361936" y="1076045"/>
                    <a:pt x="2349613" y="1097792"/>
                    <a:pt x="2332940" y="1108665"/>
                  </a:cubicBezTo>
                  <a:cubicBezTo>
                    <a:pt x="2311918" y="1123163"/>
                    <a:pt x="2289446" y="1136212"/>
                    <a:pt x="2266250" y="1147810"/>
                  </a:cubicBezTo>
                  <a:cubicBezTo>
                    <a:pt x="2049504" y="1254370"/>
                    <a:pt x="1784916" y="1197828"/>
                    <a:pt x="1559472" y="1151434"/>
                  </a:cubicBezTo>
                  <a:cubicBezTo>
                    <a:pt x="1508004" y="1140561"/>
                    <a:pt x="1456536" y="1128963"/>
                    <a:pt x="1405793" y="1116639"/>
                  </a:cubicBezTo>
                  <a:cubicBezTo>
                    <a:pt x="1278211" y="1085469"/>
                    <a:pt x="1145554" y="1052123"/>
                    <a:pt x="1023771" y="1001380"/>
                  </a:cubicBezTo>
                  <a:cubicBezTo>
                    <a:pt x="954181" y="973109"/>
                    <a:pt x="885315" y="941213"/>
                    <a:pt x="824424" y="895545"/>
                  </a:cubicBezTo>
                  <a:cubicBezTo>
                    <a:pt x="751209" y="840452"/>
                    <a:pt x="693942" y="768687"/>
                    <a:pt x="628701" y="704171"/>
                  </a:cubicBezTo>
                  <a:cubicBezTo>
                    <a:pt x="562735" y="637480"/>
                    <a:pt x="492419" y="575864"/>
                    <a:pt x="419930" y="515697"/>
                  </a:cubicBezTo>
                  <a:close/>
                </a:path>
              </a:pathLst>
            </a:custGeom>
            <a:solidFill>
              <a:srgbClr val="FEC69F"/>
            </a:solidFill>
            <a:ln w="724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9" name="자유형: 도형 12">
              <a:extLst>
                <a:ext uri="{FF2B5EF4-FFF2-40B4-BE49-F238E27FC236}">
                  <a16:creationId xmlns:a16="http://schemas.microsoft.com/office/drawing/2014/main" id="{F4B56251-1F00-AD16-2B64-76978AF9859A}"/>
                </a:ext>
              </a:extLst>
            </p:cNvPr>
            <p:cNvSpPr/>
            <p:nvPr/>
          </p:nvSpPr>
          <p:spPr>
            <a:xfrm>
              <a:off x="8213379" y="2220151"/>
              <a:ext cx="3266400" cy="3680318"/>
            </a:xfrm>
            <a:custGeom>
              <a:avLst/>
              <a:gdLst>
                <a:gd name="connsiteX0" fmla="*/ 34795 w 3266400"/>
                <a:gd name="connsiteY0" fmla="*/ 2996736 h 3680318"/>
                <a:gd name="connsiteX1" fmla="*/ 34795 w 3266400"/>
                <a:gd name="connsiteY1" fmla="*/ 3680318 h 3680318"/>
                <a:gd name="connsiteX2" fmla="*/ 34795 w 3266400"/>
                <a:gd name="connsiteY2" fmla="*/ 2996736 h 3680318"/>
                <a:gd name="connsiteX3" fmla="*/ 2801013 w 3266400"/>
                <a:gd name="connsiteY3" fmla="*/ 300108 h 3680318"/>
                <a:gd name="connsiteX4" fmla="*/ 3266400 w 3266400"/>
                <a:gd name="connsiteY4" fmla="*/ 2083363 h 3680318"/>
                <a:gd name="connsiteX5" fmla="*/ 2872053 w 3266400"/>
                <a:gd name="connsiteY5" fmla="*/ 1249728 h 3680318"/>
                <a:gd name="connsiteX6" fmla="*/ 2801013 w 3266400"/>
                <a:gd name="connsiteY6" fmla="*/ 300108 h 3680318"/>
                <a:gd name="connsiteX7" fmla="*/ 102212 w 3266400"/>
                <a:gd name="connsiteY7" fmla="*/ 0 h 3680318"/>
                <a:gd name="connsiteX8" fmla="*/ 99312 w 3266400"/>
                <a:gd name="connsiteY8" fmla="*/ 664009 h 3680318"/>
                <a:gd name="connsiteX9" fmla="*/ 79015 w 3266400"/>
                <a:gd name="connsiteY9" fmla="*/ 1147518 h 3680318"/>
                <a:gd name="connsiteX10" fmla="*/ 0 w 3266400"/>
                <a:gd name="connsiteY10" fmla="*/ 1868793 h 3680318"/>
                <a:gd name="connsiteX11" fmla="*/ 3624 w 3266400"/>
                <a:gd name="connsiteY11" fmla="*/ 1660747 h 3680318"/>
                <a:gd name="connsiteX12" fmla="*/ 102212 w 3266400"/>
                <a:gd name="connsiteY12" fmla="*/ 0 h 3680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66400" h="3680318">
                  <a:moveTo>
                    <a:pt x="34795" y="2996736"/>
                  </a:moveTo>
                  <a:cubicBezTo>
                    <a:pt x="53643" y="3075750"/>
                    <a:pt x="55093" y="3451249"/>
                    <a:pt x="34795" y="3680318"/>
                  </a:cubicBezTo>
                  <a:cubicBezTo>
                    <a:pt x="34795" y="3453424"/>
                    <a:pt x="34795" y="3226530"/>
                    <a:pt x="34795" y="2996736"/>
                  </a:cubicBezTo>
                  <a:close/>
                  <a:moveTo>
                    <a:pt x="2801013" y="300108"/>
                  </a:moveTo>
                  <a:cubicBezTo>
                    <a:pt x="2862629" y="475534"/>
                    <a:pt x="3245378" y="1954331"/>
                    <a:pt x="3266400" y="2083363"/>
                  </a:cubicBezTo>
                  <a:cubicBezTo>
                    <a:pt x="3180861" y="1943457"/>
                    <a:pt x="2877852" y="1303371"/>
                    <a:pt x="2872053" y="1249728"/>
                  </a:cubicBezTo>
                  <a:cubicBezTo>
                    <a:pt x="2866254" y="1235955"/>
                    <a:pt x="2803913" y="532801"/>
                    <a:pt x="2801013" y="300108"/>
                  </a:cubicBezTo>
                  <a:close/>
                  <a:moveTo>
                    <a:pt x="102212" y="0"/>
                  </a:moveTo>
                  <a:cubicBezTo>
                    <a:pt x="105111" y="725"/>
                    <a:pt x="98587" y="637187"/>
                    <a:pt x="99312" y="664009"/>
                  </a:cubicBezTo>
                  <a:cubicBezTo>
                    <a:pt x="102212" y="738674"/>
                    <a:pt x="86264" y="1061254"/>
                    <a:pt x="79015" y="1147518"/>
                  </a:cubicBezTo>
                  <a:cubicBezTo>
                    <a:pt x="71765" y="1238855"/>
                    <a:pt x="2900" y="1818775"/>
                    <a:pt x="0" y="1868793"/>
                  </a:cubicBezTo>
                  <a:cubicBezTo>
                    <a:pt x="0" y="1873142"/>
                    <a:pt x="2175" y="1691917"/>
                    <a:pt x="3624" y="1660747"/>
                  </a:cubicBezTo>
                  <a:cubicBezTo>
                    <a:pt x="6524" y="1591881"/>
                    <a:pt x="100762" y="2900"/>
                    <a:pt x="102212" y="0"/>
                  </a:cubicBezTo>
                  <a:close/>
                </a:path>
              </a:pathLst>
            </a:custGeom>
            <a:solidFill>
              <a:schemeClr val="accent1">
                <a:lumMod val="60000"/>
                <a:lumOff val="40000"/>
              </a:schemeClr>
            </a:solidFill>
            <a:ln w="7249" cap="flat">
              <a:noFill/>
              <a:prstDash val="solid"/>
              <a:miter/>
            </a:ln>
          </p:spPr>
          <p:txBody>
            <a:bodyPr wrap="square"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14" name="그룹 191">
            <a:extLst>
              <a:ext uri="{FF2B5EF4-FFF2-40B4-BE49-F238E27FC236}">
                <a16:creationId xmlns:a16="http://schemas.microsoft.com/office/drawing/2014/main" id="{D359B51B-2D06-DCFE-214B-040B9BBD8609}"/>
              </a:ext>
            </a:extLst>
          </p:cNvPr>
          <p:cNvGrpSpPr/>
          <p:nvPr/>
        </p:nvGrpSpPr>
        <p:grpSpPr>
          <a:xfrm>
            <a:off x="4533732" y="2362039"/>
            <a:ext cx="3703967" cy="4258526"/>
            <a:chOff x="295274" y="1063756"/>
            <a:chExt cx="4416575" cy="5857658"/>
          </a:xfrm>
        </p:grpSpPr>
        <p:sp>
          <p:nvSpPr>
            <p:cNvPr id="15" name="자유형: 도형 192">
              <a:extLst>
                <a:ext uri="{FF2B5EF4-FFF2-40B4-BE49-F238E27FC236}">
                  <a16:creationId xmlns:a16="http://schemas.microsoft.com/office/drawing/2014/main" id="{EA25EF48-9802-1256-B199-9E47E9FD9DB9}"/>
                </a:ext>
              </a:extLst>
            </p:cNvPr>
            <p:cNvSpPr/>
            <p:nvPr/>
          </p:nvSpPr>
          <p:spPr>
            <a:xfrm>
              <a:off x="2153197" y="2786249"/>
              <a:ext cx="568632" cy="985221"/>
            </a:xfrm>
            <a:custGeom>
              <a:avLst/>
              <a:gdLst>
                <a:gd name="connsiteX0" fmla="*/ 4949 w 408452"/>
                <a:gd name="connsiteY0" fmla="*/ 904070 h 1010832"/>
                <a:gd name="connsiteX1" fmla="*/ 6210 w 408452"/>
                <a:gd name="connsiteY1" fmla="*/ 844609 h 1010832"/>
                <a:gd name="connsiteX2" fmla="*/ 6284 w 408452"/>
                <a:gd name="connsiteY2" fmla="*/ 16088 h 1010832"/>
                <a:gd name="connsiteX3" fmla="*/ 6803 w 408452"/>
                <a:gd name="connsiteY3" fmla="*/ 0 h 1010832"/>
                <a:gd name="connsiteX4" fmla="*/ 42687 w 408452"/>
                <a:gd name="connsiteY4" fmla="*/ 67468 h 1010832"/>
                <a:gd name="connsiteX5" fmla="*/ 211060 w 408452"/>
                <a:gd name="connsiteY5" fmla="*/ 143981 h 1010832"/>
                <a:gd name="connsiteX6" fmla="*/ 234488 w 408452"/>
                <a:gd name="connsiteY6" fmla="*/ 154880 h 1010832"/>
                <a:gd name="connsiteX7" fmla="*/ 408200 w 408452"/>
                <a:gd name="connsiteY7" fmla="*/ 782405 h 1010832"/>
                <a:gd name="connsiteX8" fmla="*/ 401527 w 408452"/>
                <a:gd name="connsiteY8" fmla="*/ 807168 h 1010832"/>
                <a:gd name="connsiteX9" fmla="*/ 360898 w 408452"/>
                <a:gd name="connsiteY9" fmla="*/ 860475 h 1010832"/>
                <a:gd name="connsiteX10" fmla="*/ 326497 w 408452"/>
                <a:gd name="connsiteY10" fmla="*/ 987552 h 1010832"/>
                <a:gd name="connsiteX11" fmla="*/ 326645 w 408452"/>
                <a:gd name="connsiteY11" fmla="*/ 1010832 h 1010832"/>
                <a:gd name="connsiteX12" fmla="*/ 265331 w 408452"/>
                <a:gd name="connsiteY12" fmla="*/ 983326 h 1010832"/>
                <a:gd name="connsiteX13" fmla="*/ 26599 w 408452"/>
                <a:gd name="connsiteY13" fmla="*/ 924755 h 1010832"/>
                <a:gd name="connsiteX14" fmla="*/ 4949 w 408452"/>
                <a:gd name="connsiteY14" fmla="*/ 904070 h 1010832"/>
                <a:gd name="connsiteX0" fmla="*/ 43306 w 446809"/>
                <a:gd name="connsiteY0" fmla="*/ 1170897 h 1277659"/>
                <a:gd name="connsiteX1" fmla="*/ 44567 w 446809"/>
                <a:gd name="connsiteY1" fmla="*/ 1111436 h 1277659"/>
                <a:gd name="connsiteX2" fmla="*/ 44641 w 446809"/>
                <a:gd name="connsiteY2" fmla="*/ 282915 h 1277659"/>
                <a:gd name="connsiteX3" fmla="*/ 45160 w 446809"/>
                <a:gd name="connsiteY3" fmla="*/ 266827 h 1277659"/>
                <a:gd name="connsiteX4" fmla="*/ 1106 w 446809"/>
                <a:gd name="connsiteY4" fmla="*/ 1221 h 1277659"/>
                <a:gd name="connsiteX5" fmla="*/ 249417 w 446809"/>
                <a:gd name="connsiteY5" fmla="*/ 410808 h 1277659"/>
                <a:gd name="connsiteX6" fmla="*/ 272845 w 446809"/>
                <a:gd name="connsiteY6" fmla="*/ 421707 h 1277659"/>
                <a:gd name="connsiteX7" fmla="*/ 446557 w 446809"/>
                <a:gd name="connsiteY7" fmla="*/ 1049232 h 1277659"/>
                <a:gd name="connsiteX8" fmla="*/ 439884 w 446809"/>
                <a:gd name="connsiteY8" fmla="*/ 1073995 h 1277659"/>
                <a:gd name="connsiteX9" fmla="*/ 399255 w 446809"/>
                <a:gd name="connsiteY9" fmla="*/ 1127302 h 1277659"/>
                <a:gd name="connsiteX10" fmla="*/ 364854 w 446809"/>
                <a:gd name="connsiteY10" fmla="*/ 1254379 h 1277659"/>
                <a:gd name="connsiteX11" fmla="*/ 365002 w 446809"/>
                <a:gd name="connsiteY11" fmla="*/ 1277659 h 1277659"/>
                <a:gd name="connsiteX12" fmla="*/ 303688 w 446809"/>
                <a:gd name="connsiteY12" fmla="*/ 1250153 h 1277659"/>
                <a:gd name="connsiteX13" fmla="*/ 64956 w 446809"/>
                <a:gd name="connsiteY13" fmla="*/ 1191582 h 1277659"/>
                <a:gd name="connsiteX14" fmla="*/ 43306 w 446809"/>
                <a:gd name="connsiteY14" fmla="*/ 1170897 h 1277659"/>
                <a:gd name="connsiteX0" fmla="*/ 197992 w 601495"/>
                <a:gd name="connsiteY0" fmla="*/ 1169858 h 1276620"/>
                <a:gd name="connsiteX1" fmla="*/ 199253 w 601495"/>
                <a:gd name="connsiteY1" fmla="*/ 1110397 h 1276620"/>
                <a:gd name="connsiteX2" fmla="*/ 199327 w 601495"/>
                <a:gd name="connsiteY2" fmla="*/ 281876 h 1276620"/>
                <a:gd name="connsiteX3" fmla="*/ 0 w 601495"/>
                <a:gd name="connsiteY3" fmla="*/ 465633 h 1276620"/>
                <a:gd name="connsiteX4" fmla="*/ 155792 w 601495"/>
                <a:gd name="connsiteY4" fmla="*/ 182 h 1276620"/>
                <a:gd name="connsiteX5" fmla="*/ 404103 w 601495"/>
                <a:gd name="connsiteY5" fmla="*/ 409769 h 1276620"/>
                <a:gd name="connsiteX6" fmla="*/ 427531 w 601495"/>
                <a:gd name="connsiteY6" fmla="*/ 420668 h 1276620"/>
                <a:gd name="connsiteX7" fmla="*/ 601243 w 601495"/>
                <a:gd name="connsiteY7" fmla="*/ 1048193 h 1276620"/>
                <a:gd name="connsiteX8" fmla="*/ 594570 w 601495"/>
                <a:gd name="connsiteY8" fmla="*/ 1072956 h 1276620"/>
                <a:gd name="connsiteX9" fmla="*/ 553941 w 601495"/>
                <a:gd name="connsiteY9" fmla="*/ 1126263 h 1276620"/>
                <a:gd name="connsiteX10" fmla="*/ 519540 w 601495"/>
                <a:gd name="connsiteY10" fmla="*/ 1253340 h 1276620"/>
                <a:gd name="connsiteX11" fmla="*/ 519688 w 601495"/>
                <a:gd name="connsiteY11" fmla="*/ 1276620 h 1276620"/>
                <a:gd name="connsiteX12" fmla="*/ 458374 w 601495"/>
                <a:gd name="connsiteY12" fmla="*/ 1249114 h 1276620"/>
                <a:gd name="connsiteX13" fmla="*/ 219642 w 601495"/>
                <a:gd name="connsiteY13" fmla="*/ 1190543 h 1276620"/>
                <a:gd name="connsiteX14" fmla="*/ 197992 w 601495"/>
                <a:gd name="connsiteY14" fmla="*/ 1169858 h 1276620"/>
                <a:gd name="connsiteX0" fmla="*/ 371709 w 775212"/>
                <a:gd name="connsiteY0" fmla="*/ 1169858 h 1357537"/>
                <a:gd name="connsiteX1" fmla="*/ 372970 w 775212"/>
                <a:gd name="connsiteY1" fmla="*/ 1110397 h 1357537"/>
                <a:gd name="connsiteX2" fmla="*/ 0 w 775212"/>
                <a:gd name="connsiteY2" fmla="*/ 1294425 h 1357537"/>
                <a:gd name="connsiteX3" fmla="*/ 173717 w 775212"/>
                <a:gd name="connsiteY3" fmla="*/ 465633 h 1357537"/>
                <a:gd name="connsiteX4" fmla="*/ 329509 w 775212"/>
                <a:gd name="connsiteY4" fmla="*/ 182 h 1357537"/>
                <a:gd name="connsiteX5" fmla="*/ 577820 w 775212"/>
                <a:gd name="connsiteY5" fmla="*/ 409769 h 1357537"/>
                <a:gd name="connsiteX6" fmla="*/ 601248 w 775212"/>
                <a:gd name="connsiteY6" fmla="*/ 420668 h 1357537"/>
                <a:gd name="connsiteX7" fmla="*/ 774960 w 775212"/>
                <a:gd name="connsiteY7" fmla="*/ 1048193 h 1357537"/>
                <a:gd name="connsiteX8" fmla="*/ 768287 w 775212"/>
                <a:gd name="connsiteY8" fmla="*/ 1072956 h 1357537"/>
                <a:gd name="connsiteX9" fmla="*/ 727658 w 775212"/>
                <a:gd name="connsiteY9" fmla="*/ 1126263 h 1357537"/>
                <a:gd name="connsiteX10" fmla="*/ 693257 w 775212"/>
                <a:gd name="connsiteY10" fmla="*/ 1253340 h 1357537"/>
                <a:gd name="connsiteX11" fmla="*/ 693405 w 775212"/>
                <a:gd name="connsiteY11" fmla="*/ 1276620 h 1357537"/>
                <a:gd name="connsiteX12" fmla="*/ 632091 w 775212"/>
                <a:gd name="connsiteY12" fmla="*/ 1249114 h 1357537"/>
                <a:gd name="connsiteX13" fmla="*/ 393359 w 775212"/>
                <a:gd name="connsiteY13" fmla="*/ 1190543 h 1357537"/>
                <a:gd name="connsiteX14" fmla="*/ 371709 w 775212"/>
                <a:gd name="connsiteY14" fmla="*/ 1169858 h 1357537"/>
                <a:gd name="connsiteX0" fmla="*/ 393359 w 775212"/>
                <a:gd name="connsiteY0" fmla="*/ 1190543 h 1357537"/>
                <a:gd name="connsiteX1" fmla="*/ 372970 w 775212"/>
                <a:gd name="connsiteY1" fmla="*/ 1110397 h 1357537"/>
                <a:gd name="connsiteX2" fmla="*/ 0 w 775212"/>
                <a:gd name="connsiteY2" fmla="*/ 1294425 h 1357537"/>
                <a:gd name="connsiteX3" fmla="*/ 173717 w 775212"/>
                <a:gd name="connsiteY3" fmla="*/ 465633 h 1357537"/>
                <a:gd name="connsiteX4" fmla="*/ 329509 w 775212"/>
                <a:gd name="connsiteY4" fmla="*/ 182 h 1357537"/>
                <a:gd name="connsiteX5" fmla="*/ 577820 w 775212"/>
                <a:gd name="connsiteY5" fmla="*/ 409769 h 1357537"/>
                <a:gd name="connsiteX6" fmla="*/ 601248 w 775212"/>
                <a:gd name="connsiteY6" fmla="*/ 420668 h 1357537"/>
                <a:gd name="connsiteX7" fmla="*/ 774960 w 775212"/>
                <a:gd name="connsiteY7" fmla="*/ 1048193 h 1357537"/>
                <a:gd name="connsiteX8" fmla="*/ 768287 w 775212"/>
                <a:gd name="connsiteY8" fmla="*/ 1072956 h 1357537"/>
                <a:gd name="connsiteX9" fmla="*/ 727658 w 775212"/>
                <a:gd name="connsiteY9" fmla="*/ 1126263 h 1357537"/>
                <a:gd name="connsiteX10" fmla="*/ 693257 w 775212"/>
                <a:gd name="connsiteY10" fmla="*/ 1253340 h 1357537"/>
                <a:gd name="connsiteX11" fmla="*/ 693405 w 775212"/>
                <a:gd name="connsiteY11" fmla="*/ 1276620 h 1357537"/>
                <a:gd name="connsiteX12" fmla="*/ 632091 w 775212"/>
                <a:gd name="connsiteY12" fmla="*/ 1249114 h 1357537"/>
                <a:gd name="connsiteX13" fmla="*/ 393359 w 775212"/>
                <a:gd name="connsiteY13" fmla="*/ 1190543 h 1357537"/>
                <a:gd name="connsiteX0" fmla="*/ 632091 w 775212"/>
                <a:gd name="connsiteY0" fmla="*/ 1249114 h 1357537"/>
                <a:gd name="connsiteX1" fmla="*/ 372970 w 775212"/>
                <a:gd name="connsiteY1" fmla="*/ 1110397 h 1357537"/>
                <a:gd name="connsiteX2" fmla="*/ 0 w 775212"/>
                <a:gd name="connsiteY2" fmla="*/ 1294425 h 1357537"/>
                <a:gd name="connsiteX3" fmla="*/ 173717 w 775212"/>
                <a:gd name="connsiteY3" fmla="*/ 465633 h 1357537"/>
                <a:gd name="connsiteX4" fmla="*/ 329509 w 775212"/>
                <a:gd name="connsiteY4" fmla="*/ 182 h 1357537"/>
                <a:gd name="connsiteX5" fmla="*/ 577820 w 775212"/>
                <a:gd name="connsiteY5" fmla="*/ 409769 h 1357537"/>
                <a:gd name="connsiteX6" fmla="*/ 601248 w 775212"/>
                <a:gd name="connsiteY6" fmla="*/ 420668 h 1357537"/>
                <a:gd name="connsiteX7" fmla="*/ 774960 w 775212"/>
                <a:gd name="connsiteY7" fmla="*/ 1048193 h 1357537"/>
                <a:gd name="connsiteX8" fmla="*/ 768287 w 775212"/>
                <a:gd name="connsiteY8" fmla="*/ 1072956 h 1357537"/>
                <a:gd name="connsiteX9" fmla="*/ 727658 w 775212"/>
                <a:gd name="connsiteY9" fmla="*/ 1126263 h 1357537"/>
                <a:gd name="connsiteX10" fmla="*/ 693257 w 775212"/>
                <a:gd name="connsiteY10" fmla="*/ 1253340 h 1357537"/>
                <a:gd name="connsiteX11" fmla="*/ 693405 w 775212"/>
                <a:gd name="connsiteY11" fmla="*/ 1276620 h 1357537"/>
                <a:gd name="connsiteX12" fmla="*/ 632091 w 775212"/>
                <a:gd name="connsiteY12" fmla="*/ 1249114 h 1357537"/>
                <a:gd name="connsiteX0" fmla="*/ 632091 w 775212"/>
                <a:gd name="connsiteY0" fmla="*/ 1249114 h 1343144"/>
                <a:gd name="connsiteX1" fmla="*/ 0 w 775212"/>
                <a:gd name="connsiteY1" fmla="*/ 1294425 h 1343144"/>
                <a:gd name="connsiteX2" fmla="*/ 173717 w 775212"/>
                <a:gd name="connsiteY2" fmla="*/ 465633 h 1343144"/>
                <a:gd name="connsiteX3" fmla="*/ 329509 w 775212"/>
                <a:gd name="connsiteY3" fmla="*/ 182 h 1343144"/>
                <a:gd name="connsiteX4" fmla="*/ 577820 w 775212"/>
                <a:gd name="connsiteY4" fmla="*/ 409769 h 1343144"/>
                <a:gd name="connsiteX5" fmla="*/ 601248 w 775212"/>
                <a:gd name="connsiteY5" fmla="*/ 420668 h 1343144"/>
                <a:gd name="connsiteX6" fmla="*/ 774960 w 775212"/>
                <a:gd name="connsiteY6" fmla="*/ 1048193 h 1343144"/>
                <a:gd name="connsiteX7" fmla="*/ 768287 w 775212"/>
                <a:gd name="connsiteY7" fmla="*/ 1072956 h 1343144"/>
                <a:gd name="connsiteX8" fmla="*/ 727658 w 775212"/>
                <a:gd name="connsiteY8" fmla="*/ 1126263 h 1343144"/>
                <a:gd name="connsiteX9" fmla="*/ 693257 w 775212"/>
                <a:gd name="connsiteY9" fmla="*/ 1253340 h 1343144"/>
                <a:gd name="connsiteX10" fmla="*/ 693405 w 775212"/>
                <a:gd name="connsiteY10" fmla="*/ 1276620 h 1343144"/>
                <a:gd name="connsiteX11" fmla="*/ 632091 w 775212"/>
                <a:gd name="connsiteY11" fmla="*/ 1249114 h 1343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5212" h="1343144">
                  <a:moveTo>
                    <a:pt x="632091" y="1249114"/>
                  </a:moveTo>
                  <a:cubicBezTo>
                    <a:pt x="516524" y="1252081"/>
                    <a:pt x="76396" y="1425005"/>
                    <a:pt x="0" y="1294425"/>
                  </a:cubicBezTo>
                  <a:cubicBezTo>
                    <a:pt x="0" y="1289087"/>
                    <a:pt x="173495" y="470971"/>
                    <a:pt x="173717" y="465633"/>
                  </a:cubicBezTo>
                  <a:cubicBezTo>
                    <a:pt x="193438" y="483946"/>
                    <a:pt x="262158" y="9493"/>
                    <a:pt x="329509" y="182"/>
                  </a:cubicBezTo>
                  <a:cubicBezTo>
                    <a:pt x="396860" y="-9129"/>
                    <a:pt x="532530" y="339688"/>
                    <a:pt x="577820" y="409769"/>
                  </a:cubicBezTo>
                  <a:cubicBezTo>
                    <a:pt x="623110" y="479850"/>
                    <a:pt x="596133" y="407767"/>
                    <a:pt x="601248" y="420668"/>
                  </a:cubicBezTo>
                  <a:cubicBezTo>
                    <a:pt x="681988" y="623590"/>
                    <a:pt x="753682" y="828885"/>
                    <a:pt x="774960" y="1048193"/>
                  </a:cubicBezTo>
                  <a:cubicBezTo>
                    <a:pt x="775924" y="1057757"/>
                    <a:pt x="774218" y="1065320"/>
                    <a:pt x="768287" y="1072956"/>
                  </a:cubicBezTo>
                  <a:cubicBezTo>
                    <a:pt x="754497" y="1090527"/>
                    <a:pt x="743005" y="1110175"/>
                    <a:pt x="727658" y="1126263"/>
                  </a:cubicBezTo>
                  <a:cubicBezTo>
                    <a:pt x="692812" y="1162889"/>
                    <a:pt x="687029" y="1206113"/>
                    <a:pt x="693257" y="1253340"/>
                  </a:cubicBezTo>
                  <a:cubicBezTo>
                    <a:pt x="694147" y="1260309"/>
                    <a:pt x="693405" y="1267427"/>
                    <a:pt x="693405" y="1276620"/>
                  </a:cubicBezTo>
                  <a:cubicBezTo>
                    <a:pt x="672275" y="1267130"/>
                    <a:pt x="652480" y="1257344"/>
                    <a:pt x="632091" y="1249114"/>
                  </a:cubicBezTo>
                  <a:close/>
                </a:path>
              </a:pathLst>
            </a:custGeom>
            <a:solidFill>
              <a:srgbClr val="6F431E"/>
            </a:solidFill>
            <a:ln w="7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sp>
          <p:nvSpPr>
            <p:cNvPr id="16" name="자유형: 도형 193">
              <a:extLst>
                <a:ext uri="{FF2B5EF4-FFF2-40B4-BE49-F238E27FC236}">
                  <a16:creationId xmlns:a16="http://schemas.microsoft.com/office/drawing/2014/main" id="{0D1D2D7C-5454-752C-E612-A43A38A1E7C0}"/>
                </a:ext>
              </a:extLst>
            </p:cNvPr>
            <p:cNvSpPr/>
            <p:nvPr/>
          </p:nvSpPr>
          <p:spPr>
            <a:xfrm rot="280418">
              <a:off x="621511" y="4703322"/>
              <a:ext cx="1565860" cy="1477560"/>
            </a:xfrm>
            <a:custGeom>
              <a:avLst/>
              <a:gdLst>
                <a:gd name="connsiteX0" fmla="*/ 0 w 887957"/>
                <a:gd name="connsiteY0" fmla="*/ 52120 h 837884"/>
                <a:gd name="connsiteX1" fmla="*/ 270515 w 887957"/>
                <a:gd name="connsiteY1" fmla="*/ 0 h 837884"/>
                <a:gd name="connsiteX2" fmla="*/ 276443 w 887957"/>
                <a:gd name="connsiteY2" fmla="*/ 6353 h 837884"/>
                <a:gd name="connsiteX3" fmla="*/ 446076 w 887957"/>
                <a:gd name="connsiteY3" fmla="*/ 178077 h 837884"/>
                <a:gd name="connsiteX4" fmla="*/ 631698 w 887957"/>
                <a:gd name="connsiteY4" fmla="*/ 300756 h 837884"/>
                <a:gd name="connsiteX5" fmla="*/ 778216 w 887957"/>
                <a:gd name="connsiteY5" fmla="*/ 385256 h 837884"/>
                <a:gd name="connsiteX6" fmla="*/ 798292 w 887957"/>
                <a:gd name="connsiteY6" fmla="*/ 538805 h 837884"/>
                <a:gd name="connsiteX7" fmla="*/ 887756 w 887957"/>
                <a:gd name="connsiteY7" fmla="*/ 835664 h 837884"/>
                <a:gd name="connsiteX8" fmla="*/ 772695 w 887957"/>
                <a:gd name="connsiteY8" fmla="*/ 803591 h 837884"/>
                <a:gd name="connsiteX9" fmla="*/ 518394 w 887957"/>
                <a:gd name="connsiteY9" fmla="*/ 622379 h 837884"/>
                <a:gd name="connsiteX10" fmla="*/ 372246 w 887957"/>
                <a:gd name="connsiteY10" fmla="*/ 483078 h 837884"/>
                <a:gd name="connsiteX11" fmla="*/ 73752 w 887957"/>
                <a:gd name="connsiteY11" fmla="*/ 127346 h 837884"/>
                <a:gd name="connsiteX12" fmla="*/ 31718 w 887957"/>
                <a:gd name="connsiteY12" fmla="*/ 87872 h 837884"/>
                <a:gd name="connsiteX13" fmla="*/ 1245 w 887957"/>
                <a:gd name="connsiteY13" fmla="*/ 53837 h 837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87957" h="837884">
                  <a:moveTo>
                    <a:pt x="0" y="52120"/>
                  </a:moveTo>
                  <a:lnTo>
                    <a:pt x="270515" y="0"/>
                  </a:lnTo>
                  <a:lnTo>
                    <a:pt x="276443" y="6353"/>
                  </a:lnTo>
                  <a:cubicBezTo>
                    <a:pt x="315839" y="48286"/>
                    <a:pt x="398591" y="134709"/>
                    <a:pt x="446076" y="178077"/>
                  </a:cubicBezTo>
                  <a:cubicBezTo>
                    <a:pt x="501525" y="228715"/>
                    <a:pt x="565887" y="265815"/>
                    <a:pt x="631698" y="300756"/>
                  </a:cubicBezTo>
                  <a:cubicBezTo>
                    <a:pt x="676970" y="324810"/>
                    <a:pt x="777938" y="377731"/>
                    <a:pt x="778216" y="385256"/>
                  </a:cubicBezTo>
                  <a:cubicBezTo>
                    <a:pt x="780220" y="437035"/>
                    <a:pt x="788608" y="488012"/>
                    <a:pt x="798292" y="538805"/>
                  </a:cubicBezTo>
                  <a:cubicBezTo>
                    <a:pt x="806711" y="582936"/>
                    <a:pt x="892660" y="832951"/>
                    <a:pt x="887756" y="835664"/>
                  </a:cubicBezTo>
                  <a:cubicBezTo>
                    <a:pt x="869038" y="845995"/>
                    <a:pt x="790397" y="817716"/>
                    <a:pt x="772695" y="803591"/>
                  </a:cubicBezTo>
                  <a:cubicBezTo>
                    <a:pt x="721748" y="763038"/>
                    <a:pt x="549295" y="646311"/>
                    <a:pt x="518394" y="622379"/>
                  </a:cubicBezTo>
                  <a:cubicBezTo>
                    <a:pt x="464919" y="580962"/>
                    <a:pt x="417734" y="532853"/>
                    <a:pt x="372246" y="483078"/>
                  </a:cubicBezTo>
                  <a:cubicBezTo>
                    <a:pt x="267701" y="368726"/>
                    <a:pt x="170988" y="247805"/>
                    <a:pt x="73752" y="127346"/>
                  </a:cubicBezTo>
                  <a:cubicBezTo>
                    <a:pt x="61416" y="112050"/>
                    <a:pt x="46953" y="99776"/>
                    <a:pt x="31718" y="87872"/>
                  </a:cubicBezTo>
                  <a:cubicBezTo>
                    <a:pt x="22235" y="80486"/>
                    <a:pt x="10624" y="66300"/>
                    <a:pt x="1245" y="53837"/>
                  </a:cubicBezTo>
                  <a:close/>
                </a:path>
              </a:pathLst>
            </a:custGeom>
            <a:solidFill>
              <a:srgbClr val="FDC790"/>
            </a:solidFill>
            <a:ln w="7404" cap="flat">
              <a:noFill/>
              <a:prstDash val="solid"/>
              <a:miter/>
            </a:ln>
          </p:spPr>
          <p:txBody>
            <a:bodyPr wrap="square"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sp>
          <p:nvSpPr>
            <p:cNvPr id="17" name="자유형: 도형 194">
              <a:extLst>
                <a:ext uri="{FF2B5EF4-FFF2-40B4-BE49-F238E27FC236}">
                  <a16:creationId xmlns:a16="http://schemas.microsoft.com/office/drawing/2014/main" id="{04C90B51-1C97-66BE-B350-A23A778C3925}"/>
                </a:ext>
              </a:extLst>
            </p:cNvPr>
            <p:cNvSpPr/>
            <p:nvPr/>
          </p:nvSpPr>
          <p:spPr>
            <a:xfrm>
              <a:off x="1625205" y="3344674"/>
              <a:ext cx="3086644" cy="3576740"/>
            </a:xfrm>
            <a:custGeom>
              <a:avLst/>
              <a:gdLst>
                <a:gd name="connsiteX0" fmla="*/ 4123457 w 4130484"/>
                <a:gd name="connsiteY0" fmla="*/ 1873213 h 4803502"/>
                <a:gd name="connsiteX1" fmla="*/ 3959087 w 4130484"/>
                <a:gd name="connsiteY1" fmla="*/ 1470037 h 4803502"/>
                <a:gd name="connsiteX2" fmla="*/ 3864484 w 4130484"/>
                <a:gd name="connsiteY2" fmla="*/ 1022228 h 4803502"/>
                <a:gd name="connsiteX3" fmla="*/ 3681802 w 4130484"/>
                <a:gd name="connsiteY3" fmla="*/ 425397 h 4803502"/>
                <a:gd name="connsiteX4" fmla="*/ 3438176 w 4130484"/>
                <a:gd name="connsiteY4" fmla="*/ 116675 h 4803502"/>
                <a:gd name="connsiteX5" fmla="*/ 2938765 w 4130484"/>
                <a:gd name="connsiteY5" fmla="*/ 12804 h 4803502"/>
                <a:gd name="connsiteX6" fmla="*/ 2621814 w 4130484"/>
                <a:gd name="connsiteY6" fmla="*/ 117491 h 4803502"/>
                <a:gd name="connsiteX7" fmla="*/ 1012001 w 4130484"/>
                <a:gd name="connsiteY7" fmla="*/ 448677 h 4803502"/>
                <a:gd name="connsiteX8" fmla="*/ 463361 w 4130484"/>
                <a:gd name="connsiteY8" fmla="*/ 567301 h 4803502"/>
                <a:gd name="connsiteX9" fmla="*/ 64336 w 4130484"/>
                <a:gd name="connsiteY9" fmla="*/ 2278021 h 4803502"/>
                <a:gd name="connsiteX10" fmla="*/ 42391 w 4130484"/>
                <a:gd name="connsiteY10" fmla="*/ 2360613 h 4803502"/>
                <a:gd name="connsiteX11" fmla="*/ 96662 w 4130484"/>
                <a:gd name="connsiteY11" fmla="*/ 2440240 h 4803502"/>
                <a:gd name="connsiteX12" fmla="*/ 404641 w 4130484"/>
                <a:gd name="connsiteY12" fmla="*/ 2860394 h 4803502"/>
                <a:gd name="connsiteX13" fmla="*/ 417838 w 4130484"/>
                <a:gd name="connsiteY13" fmla="*/ 2894277 h 4803502"/>
                <a:gd name="connsiteX14" fmla="*/ 374985 w 4130484"/>
                <a:gd name="connsiteY14" fmla="*/ 3123593 h 4803502"/>
                <a:gd name="connsiteX15" fmla="*/ 274895 w 4130484"/>
                <a:gd name="connsiteY15" fmla="*/ 3432611 h 4803502"/>
                <a:gd name="connsiteX16" fmla="*/ 185259 w 4130484"/>
                <a:gd name="connsiteY16" fmla="*/ 3667859 h 4803502"/>
                <a:gd name="connsiteX17" fmla="*/ 141220 w 4130484"/>
                <a:gd name="connsiteY17" fmla="*/ 3675051 h 4803502"/>
                <a:gd name="connsiteX18" fmla="*/ 22966 w 4130484"/>
                <a:gd name="connsiteY18" fmla="*/ 3554202 h 4803502"/>
                <a:gd name="connsiteX19" fmla="*/ 3689 w 4130484"/>
                <a:gd name="connsiteY19" fmla="*/ 3541004 h 4803502"/>
                <a:gd name="connsiteX20" fmla="*/ 6136 w 4130484"/>
                <a:gd name="connsiteY20" fmla="*/ 3556055 h 4803502"/>
                <a:gd name="connsiteX21" fmla="*/ 101777 w 4130484"/>
                <a:gd name="connsiteY21" fmla="*/ 3695069 h 4803502"/>
                <a:gd name="connsiteX22" fmla="*/ 270150 w 4130484"/>
                <a:gd name="connsiteY22" fmla="*/ 3837122 h 4803502"/>
                <a:gd name="connsiteX23" fmla="*/ 271707 w 4130484"/>
                <a:gd name="connsiteY23" fmla="*/ 3857510 h 4803502"/>
                <a:gd name="connsiteX24" fmla="*/ 222923 w 4130484"/>
                <a:gd name="connsiteY24" fmla="*/ 3943662 h 4803502"/>
                <a:gd name="connsiteX25" fmla="*/ 248724 w 4130484"/>
                <a:gd name="connsiteY25" fmla="*/ 4170309 h 4803502"/>
                <a:gd name="connsiteX26" fmla="*/ 241680 w 4130484"/>
                <a:gd name="connsiteY26" fmla="*/ 4195665 h 4803502"/>
                <a:gd name="connsiteX27" fmla="*/ 23485 w 4130484"/>
                <a:gd name="connsiteY27" fmla="*/ 4421349 h 4803502"/>
                <a:gd name="connsiteX28" fmla="*/ 18443 w 4130484"/>
                <a:gd name="connsiteY28" fmla="*/ 4457085 h 4803502"/>
                <a:gd name="connsiteX29" fmla="*/ 59665 w 4130484"/>
                <a:gd name="connsiteY29" fmla="*/ 4535304 h 4803502"/>
                <a:gd name="connsiteX30" fmla="*/ 68488 w 4130484"/>
                <a:gd name="connsiteY30" fmla="*/ 4568370 h 4803502"/>
                <a:gd name="connsiteX31" fmla="*/ 157605 w 4130484"/>
                <a:gd name="connsiteY31" fmla="*/ 4739635 h 4803502"/>
                <a:gd name="connsiteX32" fmla="*/ 196751 w 4130484"/>
                <a:gd name="connsiteY32" fmla="*/ 4802580 h 4803502"/>
                <a:gd name="connsiteX33" fmla="*/ 220847 w 4130484"/>
                <a:gd name="connsiteY33" fmla="*/ 4803470 h 4803502"/>
                <a:gd name="connsiteX34" fmla="*/ 2638793 w 4130484"/>
                <a:gd name="connsiteY34" fmla="*/ 4803470 h 4803502"/>
                <a:gd name="connsiteX35" fmla="*/ 2665557 w 4130484"/>
                <a:gd name="connsiteY35" fmla="*/ 4802506 h 4803502"/>
                <a:gd name="connsiteX36" fmla="*/ 2727168 w 4130484"/>
                <a:gd name="connsiteY36" fmla="*/ 4776927 h 4803502"/>
                <a:gd name="connsiteX37" fmla="*/ 2974575 w 4130484"/>
                <a:gd name="connsiteY37" fmla="*/ 4636728 h 4803502"/>
                <a:gd name="connsiteX38" fmla="*/ 3166970 w 4130484"/>
                <a:gd name="connsiteY38" fmla="*/ 4509503 h 4803502"/>
                <a:gd name="connsiteX39" fmla="*/ 3207969 w 4130484"/>
                <a:gd name="connsiteY39" fmla="*/ 4453675 h 4803502"/>
                <a:gd name="connsiteX40" fmla="*/ 3218275 w 4130484"/>
                <a:gd name="connsiteY40" fmla="*/ 4390655 h 4803502"/>
                <a:gd name="connsiteX41" fmla="*/ 3198183 w 4130484"/>
                <a:gd name="connsiteY41" fmla="*/ 4103064 h 4803502"/>
                <a:gd name="connsiteX42" fmla="*/ 3212937 w 4130484"/>
                <a:gd name="connsiteY42" fmla="*/ 4056726 h 4803502"/>
                <a:gd name="connsiteX43" fmla="*/ 3403107 w 4130484"/>
                <a:gd name="connsiteY43" fmla="*/ 3702853 h 4803502"/>
                <a:gd name="connsiteX44" fmla="*/ 3428834 w 4130484"/>
                <a:gd name="connsiteY44" fmla="*/ 3379156 h 4803502"/>
                <a:gd name="connsiteX45" fmla="*/ 3439881 w 4130484"/>
                <a:gd name="connsiteY45" fmla="*/ 3347127 h 4803502"/>
                <a:gd name="connsiteX46" fmla="*/ 3568367 w 4130484"/>
                <a:gd name="connsiteY46" fmla="*/ 3182239 h 4803502"/>
                <a:gd name="connsiteX47" fmla="*/ 3821705 w 4130484"/>
                <a:gd name="connsiteY47" fmla="*/ 2657398 h 4803502"/>
                <a:gd name="connsiteX48" fmla="*/ 3916086 w 4130484"/>
                <a:gd name="connsiteY48" fmla="*/ 2193649 h 4803502"/>
                <a:gd name="connsiteX49" fmla="*/ 3945668 w 4130484"/>
                <a:gd name="connsiteY49" fmla="*/ 2135226 h 4803502"/>
                <a:gd name="connsiteX50" fmla="*/ 4121603 w 4130484"/>
                <a:gd name="connsiteY50" fmla="*/ 1915399 h 4803502"/>
                <a:gd name="connsiteX51" fmla="*/ 4123457 w 4130484"/>
                <a:gd name="connsiteY51" fmla="*/ 1873213 h 4803502"/>
                <a:gd name="connsiteX0" fmla="*/ 4123457 w 4130484"/>
                <a:gd name="connsiteY0" fmla="*/ 1873213 h 4803471"/>
                <a:gd name="connsiteX1" fmla="*/ 3959087 w 4130484"/>
                <a:gd name="connsiteY1" fmla="*/ 1470037 h 4803471"/>
                <a:gd name="connsiteX2" fmla="*/ 3864484 w 4130484"/>
                <a:gd name="connsiteY2" fmla="*/ 1022228 h 4803471"/>
                <a:gd name="connsiteX3" fmla="*/ 3681802 w 4130484"/>
                <a:gd name="connsiteY3" fmla="*/ 425397 h 4803471"/>
                <a:gd name="connsiteX4" fmla="*/ 3438176 w 4130484"/>
                <a:gd name="connsiteY4" fmla="*/ 116675 h 4803471"/>
                <a:gd name="connsiteX5" fmla="*/ 2938765 w 4130484"/>
                <a:gd name="connsiteY5" fmla="*/ 12804 h 4803471"/>
                <a:gd name="connsiteX6" fmla="*/ 2621814 w 4130484"/>
                <a:gd name="connsiteY6" fmla="*/ 117491 h 4803471"/>
                <a:gd name="connsiteX7" fmla="*/ 1012001 w 4130484"/>
                <a:gd name="connsiteY7" fmla="*/ 448677 h 4803471"/>
                <a:gd name="connsiteX8" fmla="*/ 463361 w 4130484"/>
                <a:gd name="connsiteY8" fmla="*/ 567301 h 4803471"/>
                <a:gd name="connsiteX9" fmla="*/ 64336 w 4130484"/>
                <a:gd name="connsiteY9" fmla="*/ 2278021 h 4803471"/>
                <a:gd name="connsiteX10" fmla="*/ 42391 w 4130484"/>
                <a:gd name="connsiteY10" fmla="*/ 2360613 h 4803471"/>
                <a:gd name="connsiteX11" fmla="*/ 30046 w 4130484"/>
                <a:gd name="connsiteY11" fmla="*/ 2546822 h 4803471"/>
                <a:gd name="connsiteX12" fmla="*/ 404641 w 4130484"/>
                <a:gd name="connsiteY12" fmla="*/ 2860394 h 4803471"/>
                <a:gd name="connsiteX13" fmla="*/ 417838 w 4130484"/>
                <a:gd name="connsiteY13" fmla="*/ 2894277 h 4803471"/>
                <a:gd name="connsiteX14" fmla="*/ 374985 w 4130484"/>
                <a:gd name="connsiteY14" fmla="*/ 3123593 h 4803471"/>
                <a:gd name="connsiteX15" fmla="*/ 274895 w 4130484"/>
                <a:gd name="connsiteY15" fmla="*/ 3432611 h 4803471"/>
                <a:gd name="connsiteX16" fmla="*/ 185259 w 4130484"/>
                <a:gd name="connsiteY16" fmla="*/ 3667859 h 4803471"/>
                <a:gd name="connsiteX17" fmla="*/ 141220 w 4130484"/>
                <a:gd name="connsiteY17" fmla="*/ 3675051 h 4803471"/>
                <a:gd name="connsiteX18" fmla="*/ 22966 w 4130484"/>
                <a:gd name="connsiteY18" fmla="*/ 3554202 h 4803471"/>
                <a:gd name="connsiteX19" fmla="*/ 3689 w 4130484"/>
                <a:gd name="connsiteY19" fmla="*/ 3541004 h 4803471"/>
                <a:gd name="connsiteX20" fmla="*/ 6136 w 4130484"/>
                <a:gd name="connsiteY20" fmla="*/ 3556055 h 4803471"/>
                <a:gd name="connsiteX21" fmla="*/ 101777 w 4130484"/>
                <a:gd name="connsiteY21" fmla="*/ 3695069 h 4803471"/>
                <a:gd name="connsiteX22" fmla="*/ 270150 w 4130484"/>
                <a:gd name="connsiteY22" fmla="*/ 3837122 h 4803471"/>
                <a:gd name="connsiteX23" fmla="*/ 271707 w 4130484"/>
                <a:gd name="connsiteY23" fmla="*/ 3857510 h 4803471"/>
                <a:gd name="connsiteX24" fmla="*/ 222923 w 4130484"/>
                <a:gd name="connsiteY24" fmla="*/ 3943662 h 4803471"/>
                <a:gd name="connsiteX25" fmla="*/ 248724 w 4130484"/>
                <a:gd name="connsiteY25" fmla="*/ 4170309 h 4803471"/>
                <a:gd name="connsiteX26" fmla="*/ 241680 w 4130484"/>
                <a:gd name="connsiteY26" fmla="*/ 4195665 h 4803471"/>
                <a:gd name="connsiteX27" fmla="*/ 23485 w 4130484"/>
                <a:gd name="connsiteY27" fmla="*/ 4421349 h 4803471"/>
                <a:gd name="connsiteX28" fmla="*/ 18443 w 4130484"/>
                <a:gd name="connsiteY28" fmla="*/ 4457085 h 4803471"/>
                <a:gd name="connsiteX29" fmla="*/ 59665 w 4130484"/>
                <a:gd name="connsiteY29" fmla="*/ 4535304 h 4803471"/>
                <a:gd name="connsiteX30" fmla="*/ 68488 w 4130484"/>
                <a:gd name="connsiteY30" fmla="*/ 4568370 h 4803471"/>
                <a:gd name="connsiteX31" fmla="*/ 157605 w 4130484"/>
                <a:gd name="connsiteY31" fmla="*/ 4739635 h 4803471"/>
                <a:gd name="connsiteX32" fmla="*/ 196751 w 4130484"/>
                <a:gd name="connsiteY32" fmla="*/ 4802580 h 4803471"/>
                <a:gd name="connsiteX33" fmla="*/ 220847 w 4130484"/>
                <a:gd name="connsiteY33" fmla="*/ 4803470 h 4803471"/>
                <a:gd name="connsiteX34" fmla="*/ 2638793 w 4130484"/>
                <a:gd name="connsiteY34" fmla="*/ 4803470 h 4803471"/>
                <a:gd name="connsiteX35" fmla="*/ 2665557 w 4130484"/>
                <a:gd name="connsiteY35" fmla="*/ 4802506 h 4803471"/>
                <a:gd name="connsiteX36" fmla="*/ 2727168 w 4130484"/>
                <a:gd name="connsiteY36" fmla="*/ 4776927 h 4803471"/>
                <a:gd name="connsiteX37" fmla="*/ 2974575 w 4130484"/>
                <a:gd name="connsiteY37" fmla="*/ 4636728 h 4803471"/>
                <a:gd name="connsiteX38" fmla="*/ 3166970 w 4130484"/>
                <a:gd name="connsiteY38" fmla="*/ 4509503 h 4803471"/>
                <a:gd name="connsiteX39" fmla="*/ 3207969 w 4130484"/>
                <a:gd name="connsiteY39" fmla="*/ 4453675 h 4803471"/>
                <a:gd name="connsiteX40" fmla="*/ 3218275 w 4130484"/>
                <a:gd name="connsiteY40" fmla="*/ 4390655 h 4803471"/>
                <a:gd name="connsiteX41" fmla="*/ 3198183 w 4130484"/>
                <a:gd name="connsiteY41" fmla="*/ 4103064 h 4803471"/>
                <a:gd name="connsiteX42" fmla="*/ 3212937 w 4130484"/>
                <a:gd name="connsiteY42" fmla="*/ 4056726 h 4803471"/>
                <a:gd name="connsiteX43" fmla="*/ 3403107 w 4130484"/>
                <a:gd name="connsiteY43" fmla="*/ 3702853 h 4803471"/>
                <a:gd name="connsiteX44" fmla="*/ 3428834 w 4130484"/>
                <a:gd name="connsiteY44" fmla="*/ 3379156 h 4803471"/>
                <a:gd name="connsiteX45" fmla="*/ 3439881 w 4130484"/>
                <a:gd name="connsiteY45" fmla="*/ 3347127 h 4803471"/>
                <a:gd name="connsiteX46" fmla="*/ 3568367 w 4130484"/>
                <a:gd name="connsiteY46" fmla="*/ 3182239 h 4803471"/>
                <a:gd name="connsiteX47" fmla="*/ 3821705 w 4130484"/>
                <a:gd name="connsiteY47" fmla="*/ 2657398 h 4803471"/>
                <a:gd name="connsiteX48" fmla="*/ 3916086 w 4130484"/>
                <a:gd name="connsiteY48" fmla="*/ 2193649 h 4803471"/>
                <a:gd name="connsiteX49" fmla="*/ 3945668 w 4130484"/>
                <a:gd name="connsiteY49" fmla="*/ 2135226 h 4803471"/>
                <a:gd name="connsiteX50" fmla="*/ 4121603 w 4130484"/>
                <a:gd name="connsiteY50" fmla="*/ 1915399 h 4803471"/>
                <a:gd name="connsiteX51" fmla="*/ 4123457 w 4130484"/>
                <a:gd name="connsiteY51" fmla="*/ 1873213 h 4803471"/>
                <a:gd name="connsiteX0" fmla="*/ 4174328 w 4181355"/>
                <a:gd name="connsiteY0" fmla="*/ 1873213 h 4803471"/>
                <a:gd name="connsiteX1" fmla="*/ 4009958 w 4181355"/>
                <a:gd name="connsiteY1" fmla="*/ 1470037 h 4803471"/>
                <a:gd name="connsiteX2" fmla="*/ 3915355 w 4181355"/>
                <a:gd name="connsiteY2" fmla="*/ 1022228 h 4803471"/>
                <a:gd name="connsiteX3" fmla="*/ 3732673 w 4181355"/>
                <a:gd name="connsiteY3" fmla="*/ 425397 h 4803471"/>
                <a:gd name="connsiteX4" fmla="*/ 3489047 w 4181355"/>
                <a:gd name="connsiteY4" fmla="*/ 116675 h 4803471"/>
                <a:gd name="connsiteX5" fmla="*/ 2989636 w 4181355"/>
                <a:gd name="connsiteY5" fmla="*/ 12804 h 4803471"/>
                <a:gd name="connsiteX6" fmla="*/ 2672685 w 4181355"/>
                <a:gd name="connsiteY6" fmla="*/ 117491 h 4803471"/>
                <a:gd name="connsiteX7" fmla="*/ 1062872 w 4181355"/>
                <a:gd name="connsiteY7" fmla="*/ 448677 h 4803471"/>
                <a:gd name="connsiteX8" fmla="*/ 514232 w 4181355"/>
                <a:gd name="connsiteY8" fmla="*/ 567301 h 4803471"/>
                <a:gd name="connsiteX9" fmla="*/ 115207 w 4181355"/>
                <a:gd name="connsiteY9" fmla="*/ 2278021 h 4803471"/>
                <a:gd name="connsiteX10" fmla="*/ 0 w 4181355"/>
                <a:gd name="connsiteY10" fmla="*/ 2467196 h 4803471"/>
                <a:gd name="connsiteX11" fmla="*/ 80917 w 4181355"/>
                <a:gd name="connsiteY11" fmla="*/ 2546822 h 4803471"/>
                <a:gd name="connsiteX12" fmla="*/ 455512 w 4181355"/>
                <a:gd name="connsiteY12" fmla="*/ 2860394 h 4803471"/>
                <a:gd name="connsiteX13" fmla="*/ 468709 w 4181355"/>
                <a:gd name="connsiteY13" fmla="*/ 2894277 h 4803471"/>
                <a:gd name="connsiteX14" fmla="*/ 425856 w 4181355"/>
                <a:gd name="connsiteY14" fmla="*/ 3123593 h 4803471"/>
                <a:gd name="connsiteX15" fmla="*/ 325766 w 4181355"/>
                <a:gd name="connsiteY15" fmla="*/ 3432611 h 4803471"/>
                <a:gd name="connsiteX16" fmla="*/ 236130 w 4181355"/>
                <a:gd name="connsiteY16" fmla="*/ 3667859 h 4803471"/>
                <a:gd name="connsiteX17" fmla="*/ 192091 w 4181355"/>
                <a:gd name="connsiteY17" fmla="*/ 3675051 h 4803471"/>
                <a:gd name="connsiteX18" fmla="*/ 73837 w 4181355"/>
                <a:gd name="connsiteY18" fmla="*/ 3554202 h 4803471"/>
                <a:gd name="connsiteX19" fmla="*/ 54560 w 4181355"/>
                <a:gd name="connsiteY19" fmla="*/ 3541004 h 4803471"/>
                <a:gd name="connsiteX20" fmla="*/ 57007 w 4181355"/>
                <a:gd name="connsiteY20" fmla="*/ 3556055 h 4803471"/>
                <a:gd name="connsiteX21" fmla="*/ 152648 w 4181355"/>
                <a:gd name="connsiteY21" fmla="*/ 3695069 h 4803471"/>
                <a:gd name="connsiteX22" fmla="*/ 321021 w 4181355"/>
                <a:gd name="connsiteY22" fmla="*/ 3837122 h 4803471"/>
                <a:gd name="connsiteX23" fmla="*/ 322578 w 4181355"/>
                <a:gd name="connsiteY23" fmla="*/ 3857510 h 4803471"/>
                <a:gd name="connsiteX24" fmla="*/ 273794 w 4181355"/>
                <a:gd name="connsiteY24" fmla="*/ 3943662 h 4803471"/>
                <a:gd name="connsiteX25" fmla="*/ 299595 w 4181355"/>
                <a:gd name="connsiteY25" fmla="*/ 4170309 h 4803471"/>
                <a:gd name="connsiteX26" fmla="*/ 292551 w 4181355"/>
                <a:gd name="connsiteY26" fmla="*/ 4195665 h 4803471"/>
                <a:gd name="connsiteX27" fmla="*/ 74356 w 4181355"/>
                <a:gd name="connsiteY27" fmla="*/ 4421349 h 4803471"/>
                <a:gd name="connsiteX28" fmla="*/ 69314 w 4181355"/>
                <a:gd name="connsiteY28" fmla="*/ 4457085 h 4803471"/>
                <a:gd name="connsiteX29" fmla="*/ 110536 w 4181355"/>
                <a:gd name="connsiteY29" fmla="*/ 4535304 h 4803471"/>
                <a:gd name="connsiteX30" fmla="*/ 119359 w 4181355"/>
                <a:gd name="connsiteY30" fmla="*/ 4568370 h 4803471"/>
                <a:gd name="connsiteX31" fmla="*/ 208476 w 4181355"/>
                <a:gd name="connsiteY31" fmla="*/ 4739635 h 4803471"/>
                <a:gd name="connsiteX32" fmla="*/ 247622 w 4181355"/>
                <a:gd name="connsiteY32" fmla="*/ 4802580 h 4803471"/>
                <a:gd name="connsiteX33" fmla="*/ 271718 w 4181355"/>
                <a:gd name="connsiteY33" fmla="*/ 4803470 h 4803471"/>
                <a:gd name="connsiteX34" fmla="*/ 2689664 w 4181355"/>
                <a:gd name="connsiteY34" fmla="*/ 4803470 h 4803471"/>
                <a:gd name="connsiteX35" fmla="*/ 2716428 w 4181355"/>
                <a:gd name="connsiteY35" fmla="*/ 4802506 h 4803471"/>
                <a:gd name="connsiteX36" fmla="*/ 2778039 w 4181355"/>
                <a:gd name="connsiteY36" fmla="*/ 4776927 h 4803471"/>
                <a:gd name="connsiteX37" fmla="*/ 3025446 w 4181355"/>
                <a:gd name="connsiteY37" fmla="*/ 4636728 h 4803471"/>
                <a:gd name="connsiteX38" fmla="*/ 3217841 w 4181355"/>
                <a:gd name="connsiteY38" fmla="*/ 4509503 h 4803471"/>
                <a:gd name="connsiteX39" fmla="*/ 3258840 w 4181355"/>
                <a:gd name="connsiteY39" fmla="*/ 4453675 h 4803471"/>
                <a:gd name="connsiteX40" fmla="*/ 3269146 w 4181355"/>
                <a:gd name="connsiteY40" fmla="*/ 4390655 h 4803471"/>
                <a:gd name="connsiteX41" fmla="*/ 3249054 w 4181355"/>
                <a:gd name="connsiteY41" fmla="*/ 4103064 h 4803471"/>
                <a:gd name="connsiteX42" fmla="*/ 3263808 w 4181355"/>
                <a:gd name="connsiteY42" fmla="*/ 4056726 h 4803471"/>
                <a:gd name="connsiteX43" fmla="*/ 3453978 w 4181355"/>
                <a:gd name="connsiteY43" fmla="*/ 3702853 h 4803471"/>
                <a:gd name="connsiteX44" fmla="*/ 3479705 w 4181355"/>
                <a:gd name="connsiteY44" fmla="*/ 3379156 h 4803471"/>
                <a:gd name="connsiteX45" fmla="*/ 3490752 w 4181355"/>
                <a:gd name="connsiteY45" fmla="*/ 3347127 h 4803471"/>
                <a:gd name="connsiteX46" fmla="*/ 3619238 w 4181355"/>
                <a:gd name="connsiteY46" fmla="*/ 3182239 h 4803471"/>
                <a:gd name="connsiteX47" fmla="*/ 3872576 w 4181355"/>
                <a:gd name="connsiteY47" fmla="*/ 2657398 h 4803471"/>
                <a:gd name="connsiteX48" fmla="*/ 3966957 w 4181355"/>
                <a:gd name="connsiteY48" fmla="*/ 2193649 h 4803471"/>
                <a:gd name="connsiteX49" fmla="*/ 3996539 w 4181355"/>
                <a:gd name="connsiteY49" fmla="*/ 2135226 h 4803471"/>
                <a:gd name="connsiteX50" fmla="*/ 4172474 w 4181355"/>
                <a:gd name="connsiteY50" fmla="*/ 1915399 h 4803471"/>
                <a:gd name="connsiteX51" fmla="*/ 4174328 w 4181355"/>
                <a:gd name="connsiteY51" fmla="*/ 1873213 h 4803471"/>
                <a:gd name="connsiteX0" fmla="*/ 4174328 w 4181355"/>
                <a:gd name="connsiteY0" fmla="*/ 1873213 h 4803471"/>
                <a:gd name="connsiteX1" fmla="*/ 4009958 w 4181355"/>
                <a:gd name="connsiteY1" fmla="*/ 1470037 h 4803471"/>
                <a:gd name="connsiteX2" fmla="*/ 3915355 w 4181355"/>
                <a:gd name="connsiteY2" fmla="*/ 1022228 h 4803471"/>
                <a:gd name="connsiteX3" fmla="*/ 3732673 w 4181355"/>
                <a:gd name="connsiteY3" fmla="*/ 425397 h 4803471"/>
                <a:gd name="connsiteX4" fmla="*/ 3489047 w 4181355"/>
                <a:gd name="connsiteY4" fmla="*/ 116675 h 4803471"/>
                <a:gd name="connsiteX5" fmla="*/ 2989636 w 4181355"/>
                <a:gd name="connsiteY5" fmla="*/ 12804 h 4803471"/>
                <a:gd name="connsiteX6" fmla="*/ 2672685 w 4181355"/>
                <a:gd name="connsiteY6" fmla="*/ 117491 h 4803471"/>
                <a:gd name="connsiteX7" fmla="*/ 1062872 w 4181355"/>
                <a:gd name="connsiteY7" fmla="*/ 448677 h 4803471"/>
                <a:gd name="connsiteX8" fmla="*/ 514232 w 4181355"/>
                <a:gd name="connsiteY8" fmla="*/ 567301 h 4803471"/>
                <a:gd name="connsiteX9" fmla="*/ 115207 w 4181355"/>
                <a:gd name="connsiteY9" fmla="*/ 2278021 h 4803471"/>
                <a:gd name="connsiteX10" fmla="*/ 0 w 4181355"/>
                <a:gd name="connsiteY10" fmla="*/ 2467196 h 4803471"/>
                <a:gd name="connsiteX11" fmla="*/ 80917 w 4181355"/>
                <a:gd name="connsiteY11" fmla="*/ 2586793 h 4803471"/>
                <a:gd name="connsiteX12" fmla="*/ 455512 w 4181355"/>
                <a:gd name="connsiteY12" fmla="*/ 2860394 h 4803471"/>
                <a:gd name="connsiteX13" fmla="*/ 468709 w 4181355"/>
                <a:gd name="connsiteY13" fmla="*/ 2894277 h 4803471"/>
                <a:gd name="connsiteX14" fmla="*/ 425856 w 4181355"/>
                <a:gd name="connsiteY14" fmla="*/ 3123593 h 4803471"/>
                <a:gd name="connsiteX15" fmla="*/ 325766 w 4181355"/>
                <a:gd name="connsiteY15" fmla="*/ 3432611 h 4803471"/>
                <a:gd name="connsiteX16" fmla="*/ 236130 w 4181355"/>
                <a:gd name="connsiteY16" fmla="*/ 3667859 h 4803471"/>
                <a:gd name="connsiteX17" fmla="*/ 192091 w 4181355"/>
                <a:gd name="connsiteY17" fmla="*/ 3675051 h 4803471"/>
                <a:gd name="connsiteX18" fmla="*/ 73837 w 4181355"/>
                <a:gd name="connsiteY18" fmla="*/ 3554202 h 4803471"/>
                <a:gd name="connsiteX19" fmla="*/ 54560 w 4181355"/>
                <a:gd name="connsiteY19" fmla="*/ 3541004 h 4803471"/>
                <a:gd name="connsiteX20" fmla="*/ 57007 w 4181355"/>
                <a:gd name="connsiteY20" fmla="*/ 3556055 h 4803471"/>
                <a:gd name="connsiteX21" fmla="*/ 152648 w 4181355"/>
                <a:gd name="connsiteY21" fmla="*/ 3695069 h 4803471"/>
                <a:gd name="connsiteX22" fmla="*/ 321021 w 4181355"/>
                <a:gd name="connsiteY22" fmla="*/ 3837122 h 4803471"/>
                <a:gd name="connsiteX23" fmla="*/ 322578 w 4181355"/>
                <a:gd name="connsiteY23" fmla="*/ 3857510 h 4803471"/>
                <a:gd name="connsiteX24" fmla="*/ 273794 w 4181355"/>
                <a:gd name="connsiteY24" fmla="*/ 3943662 h 4803471"/>
                <a:gd name="connsiteX25" fmla="*/ 299595 w 4181355"/>
                <a:gd name="connsiteY25" fmla="*/ 4170309 h 4803471"/>
                <a:gd name="connsiteX26" fmla="*/ 292551 w 4181355"/>
                <a:gd name="connsiteY26" fmla="*/ 4195665 h 4803471"/>
                <a:gd name="connsiteX27" fmla="*/ 74356 w 4181355"/>
                <a:gd name="connsiteY27" fmla="*/ 4421349 h 4803471"/>
                <a:gd name="connsiteX28" fmla="*/ 69314 w 4181355"/>
                <a:gd name="connsiteY28" fmla="*/ 4457085 h 4803471"/>
                <a:gd name="connsiteX29" fmla="*/ 110536 w 4181355"/>
                <a:gd name="connsiteY29" fmla="*/ 4535304 h 4803471"/>
                <a:gd name="connsiteX30" fmla="*/ 119359 w 4181355"/>
                <a:gd name="connsiteY30" fmla="*/ 4568370 h 4803471"/>
                <a:gd name="connsiteX31" fmla="*/ 208476 w 4181355"/>
                <a:gd name="connsiteY31" fmla="*/ 4739635 h 4803471"/>
                <a:gd name="connsiteX32" fmla="*/ 247622 w 4181355"/>
                <a:gd name="connsiteY32" fmla="*/ 4802580 h 4803471"/>
                <a:gd name="connsiteX33" fmla="*/ 271718 w 4181355"/>
                <a:gd name="connsiteY33" fmla="*/ 4803470 h 4803471"/>
                <a:gd name="connsiteX34" fmla="*/ 2689664 w 4181355"/>
                <a:gd name="connsiteY34" fmla="*/ 4803470 h 4803471"/>
                <a:gd name="connsiteX35" fmla="*/ 2716428 w 4181355"/>
                <a:gd name="connsiteY35" fmla="*/ 4802506 h 4803471"/>
                <a:gd name="connsiteX36" fmla="*/ 2778039 w 4181355"/>
                <a:gd name="connsiteY36" fmla="*/ 4776927 h 4803471"/>
                <a:gd name="connsiteX37" fmla="*/ 3025446 w 4181355"/>
                <a:gd name="connsiteY37" fmla="*/ 4636728 h 4803471"/>
                <a:gd name="connsiteX38" fmla="*/ 3217841 w 4181355"/>
                <a:gd name="connsiteY38" fmla="*/ 4509503 h 4803471"/>
                <a:gd name="connsiteX39" fmla="*/ 3258840 w 4181355"/>
                <a:gd name="connsiteY39" fmla="*/ 4453675 h 4803471"/>
                <a:gd name="connsiteX40" fmla="*/ 3269146 w 4181355"/>
                <a:gd name="connsiteY40" fmla="*/ 4390655 h 4803471"/>
                <a:gd name="connsiteX41" fmla="*/ 3249054 w 4181355"/>
                <a:gd name="connsiteY41" fmla="*/ 4103064 h 4803471"/>
                <a:gd name="connsiteX42" fmla="*/ 3263808 w 4181355"/>
                <a:gd name="connsiteY42" fmla="*/ 4056726 h 4803471"/>
                <a:gd name="connsiteX43" fmla="*/ 3453978 w 4181355"/>
                <a:gd name="connsiteY43" fmla="*/ 3702853 h 4803471"/>
                <a:gd name="connsiteX44" fmla="*/ 3479705 w 4181355"/>
                <a:gd name="connsiteY44" fmla="*/ 3379156 h 4803471"/>
                <a:gd name="connsiteX45" fmla="*/ 3490752 w 4181355"/>
                <a:gd name="connsiteY45" fmla="*/ 3347127 h 4803471"/>
                <a:gd name="connsiteX46" fmla="*/ 3619238 w 4181355"/>
                <a:gd name="connsiteY46" fmla="*/ 3182239 h 4803471"/>
                <a:gd name="connsiteX47" fmla="*/ 3872576 w 4181355"/>
                <a:gd name="connsiteY47" fmla="*/ 2657398 h 4803471"/>
                <a:gd name="connsiteX48" fmla="*/ 3966957 w 4181355"/>
                <a:gd name="connsiteY48" fmla="*/ 2193649 h 4803471"/>
                <a:gd name="connsiteX49" fmla="*/ 3996539 w 4181355"/>
                <a:gd name="connsiteY49" fmla="*/ 2135226 h 4803471"/>
                <a:gd name="connsiteX50" fmla="*/ 4172474 w 4181355"/>
                <a:gd name="connsiteY50" fmla="*/ 1915399 h 4803471"/>
                <a:gd name="connsiteX51" fmla="*/ 4174328 w 4181355"/>
                <a:gd name="connsiteY51" fmla="*/ 1873213 h 4803471"/>
                <a:gd name="connsiteX0" fmla="*/ 4200975 w 4208002"/>
                <a:gd name="connsiteY0" fmla="*/ 1873213 h 4803471"/>
                <a:gd name="connsiteX1" fmla="*/ 4036605 w 4208002"/>
                <a:gd name="connsiteY1" fmla="*/ 1470037 h 4803471"/>
                <a:gd name="connsiteX2" fmla="*/ 3942002 w 4208002"/>
                <a:gd name="connsiteY2" fmla="*/ 1022228 h 4803471"/>
                <a:gd name="connsiteX3" fmla="*/ 3759320 w 4208002"/>
                <a:gd name="connsiteY3" fmla="*/ 425397 h 4803471"/>
                <a:gd name="connsiteX4" fmla="*/ 3515694 w 4208002"/>
                <a:gd name="connsiteY4" fmla="*/ 116675 h 4803471"/>
                <a:gd name="connsiteX5" fmla="*/ 3016283 w 4208002"/>
                <a:gd name="connsiteY5" fmla="*/ 12804 h 4803471"/>
                <a:gd name="connsiteX6" fmla="*/ 2699332 w 4208002"/>
                <a:gd name="connsiteY6" fmla="*/ 117491 h 4803471"/>
                <a:gd name="connsiteX7" fmla="*/ 1089519 w 4208002"/>
                <a:gd name="connsiteY7" fmla="*/ 448677 h 4803471"/>
                <a:gd name="connsiteX8" fmla="*/ 540879 w 4208002"/>
                <a:gd name="connsiteY8" fmla="*/ 567301 h 4803471"/>
                <a:gd name="connsiteX9" fmla="*/ 141854 w 4208002"/>
                <a:gd name="connsiteY9" fmla="*/ 2278021 h 4803471"/>
                <a:gd name="connsiteX10" fmla="*/ 0 w 4208002"/>
                <a:gd name="connsiteY10" fmla="*/ 2480520 h 4803471"/>
                <a:gd name="connsiteX11" fmla="*/ 107564 w 4208002"/>
                <a:gd name="connsiteY11" fmla="*/ 2586793 h 4803471"/>
                <a:gd name="connsiteX12" fmla="*/ 482159 w 4208002"/>
                <a:gd name="connsiteY12" fmla="*/ 2860394 h 4803471"/>
                <a:gd name="connsiteX13" fmla="*/ 495356 w 4208002"/>
                <a:gd name="connsiteY13" fmla="*/ 2894277 h 4803471"/>
                <a:gd name="connsiteX14" fmla="*/ 452503 w 4208002"/>
                <a:gd name="connsiteY14" fmla="*/ 3123593 h 4803471"/>
                <a:gd name="connsiteX15" fmla="*/ 352413 w 4208002"/>
                <a:gd name="connsiteY15" fmla="*/ 3432611 h 4803471"/>
                <a:gd name="connsiteX16" fmla="*/ 262777 w 4208002"/>
                <a:gd name="connsiteY16" fmla="*/ 3667859 h 4803471"/>
                <a:gd name="connsiteX17" fmla="*/ 218738 w 4208002"/>
                <a:gd name="connsiteY17" fmla="*/ 3675051 h 4803471"/>
                <a:gd name="connsiteX18" fmla="*/ 100484 w 4208002"/>
                <a:gd name="connsiteY18" fmla="*/ 3554202 h 4803471"/>
                <a:gd name="connsiteX19" fmla="*/ 81207 w 4208002"/>
                <a:gd name="connsiteY19" fmla="*/ 3541004 h 4803471"/>
                <a:gd name="connsiteX20" fmla="*/ 83654 w 4208002"/>
                <a:gd name="connsiteY20" fmla="*/ 3556055 h 4803471"/>
                <a:gd name="connsiteX21" fmla="*/ 179295 w 4208002"/>
                <a:gd name="connsiteY21" fmla="*/ 3695069 h 4803471"/>
                <a:gd name="connsiteX22" fmla="*/ 347668 w 4208002"/>
                <a:gd name="connsiteY22" fmla="*/ 3837122 h 4803471"/>
                <a:gd name="connsiteX23" fmla="*/ 349225 w 4208002"/>
                <a:gd name="connsiteY23" fmla="*/ 3857510 h 4803471"/>
                <a:gd name="connsiteX24" fmla="*/ 300441 w 4208002"/>
                <a:gd name="connsiteY24" fmla="*/ 3943662 h 4803471"/>
                <a:gd name="connsiteX25" fmla="*/ 326242 w 4208002"/>
                <a:gd name="connsiteY25" fmla="*/ 4170309 h 4803471"/>
                <a:gd name="connsiteX26" fmla="*/ 319198 w 4208002"/>
                <a:gd name="connsiteY26" fmla="*/ 4195665 h 4803471"/>
                <a:gd name="connsiteX27" fmla="*/ 101003 w 4208002"/>
                <a:gd name="connsiteY27" fmla="*/ 4421349 h 4803471"/>
                <a:gd name="connsiteX28" fmla="*/ 95961 w 4208002"/>
                <a:gd name="connsiteY28" fmla="*/ 4457085 h 4803471"/>
                <a:gd name="connsiteX29" fmla="*/ 137183 w 4208002"/>
                <a:gd name="connsiteY29" fmla="*/ 4535304 h 4803471"/>
                <a:gd name="connsiteX30" fmla="*/ 146006 w 4208002"/>
                <a:gd name="connsiteY30" fmla="*/ 4568370 h 4803471"/>
                <a:gd name="connsiteX31" fmla="*/ 235123 w 4208002"/>
                <a:gd name="connsiteY31" fmla="*/ 4739635 h 4803471"/>
                <a:gd name="connsiteX32" fmla="*/ 274269 w 4208002"/>
                <a:gd name="connsiteY32" fmla="*/ 4802580 h 4803471"/>
                <a:gd name="connsiteX33" fmla="*/ 298365 w 4208002"/>
                <a:gd name="connsiteY33" fmla="*/ 4803470 h 4803471"/>
                <a:gd name="connsiteX34" fmla="*/ 2716311 w 4208002"/>
                <a:gd name="connsiteY34" fmla="*/ 4803470 h 4803471"/>
                <a:gd name="connsiteX35" fmla="*/ 2743075 w 4208002"/>
                <a:gd name="connsiteY35" fmla="*/ 4802506 h 4803471"/>
                <a:gd name="connsiteX36" fmla="*/ 2804686 w 4208002"/>
                <a:gd name="connsiteY36" fmla="*/ 4776927 h 4803471"/>
                <a:gd name="connsiteX37" fmla="*/ 3052093 w 4208002"/>
                <a:gd name="connsiteY37" fmla="*/ 4636728 h 4803471"/>
                <a:gd name="connsiteX38" fmla="*/ 3244488 w 4208002"/>
                <a:gd name="connsiteY38" fmla="*/ 4509503 h 4803471"/>
                <a:gd name="connsiteX39" fmla="*/ 3285487 w 4208002"/>
                <a:gd name="connsiteY39" fmla="*/ 4453675 h 4803471"/>
                <a:gd name="connsiteX40" fmla="*/ 3295793 w 4208002"/>
                <a:gd name="connsiteY40" fmla="*/ 4390655 h 4803471"/>
                <a:gd name="connsiteX41" fmla="*/ 3275701 w 4208002"/>
                <a:gd name="connsiteY41" fmla="*/ 4103064 h 4803471"/>
                <a:gd name="connsiteX42" fmla="*/ 3290455 w 4208002"/>
                <a:gd name="connsiteY42" fmla="*/ 4056726 h 4803471"/>
                <a:gd name="connsiteX43" fmla="*/ 3480625 w 4208002"/>
                <a:gd name="connsiteY43" fmla="*/ 3702853 h 4803471"/>
                <a:gd name="connsiteX44" fmla="*/ 3506352 w 4208002"/>
                <a:gd name="connsiteY44" fmla="*/ 3379156 h 4803471"/>
                <a:gd name="connsiteX45" fmla="*/ 3517399 w 4208002"/>
                <a:gd name="connsiteY45" fmla="*/ 3347127 h 4803471"/>
                <a:gd name="connsiteX46" fmla="*/ 3645885 w 4208002"/>
                <a:gd name="connsiteY46" fmla="*/ 3182239 h 4803471"/>
                <a:gd name="connsiteX47" fmla="*/ 3899223 w 4208002"/>
                <a:gd name="connsiteY47" fmla="*/ 2657398 h 4803471"/>
                <a:gd name="connsiteX48" fmla="*/ 3993604 w 4208002"/>
                <a:gd name="connsiteY48" fmla="*/ 2193649 h 4803471"/>
                <a:gd name="connsiteX49" fmla="*/ 4023186 w 4208002"/>
                <a:gd name="connsiteY49" fmla="*/ 2135226 h 4803471"/>
                <a:gd name="connsiteX50" fmla="*/ 4199121 w 4208002"/>
                <a:gd name="connsiteY50" fmla="*/ 1915399 h 4803471"/>
                <a:gd name="connsiteX51" fmla="*/ 4200975 w 4208002"/>
                <a:gd name="connsiteY51" fmla="*/ 1873213 h 4803471"/>
                <a:gd name="connsiteX0" fmla="*/ 4200975 w 4208002"/>
                <a:gd name="connsiteY0" fmla="*/ 1873213 h 4803471"/>
                <a:gd name="connsiteX1" fmla="*/ 4036605 w 4208002"/>
                <a:gd name="connsiteY1" fmla="*/ 1470037 h 4803471"/>
                <a:gd name="connsiteX2" fmla="*/ 3942002 w 4208002"/>
                <a:gd name="connsiteY2" fmla="*/ 1022228 h 4803471"/>
                <a:gd name="connsiteX3" fmla="*/ 3759320 w 4208002"/>
                <a:gd name="connsiteY3" fmla="*/ 425397 h 4803471"/>
                <a:gd name="connsiteX4" fmla="*/ 3515694 w 4208002"/>
                <a:gd name="connsiteY4" fmla="*/ 116675 h 4803471"/>
                <a:gd name="connsiteX5" fmla="*/ 3016283 w 4208002"/>
                <a:gd name="connsiteY5" fmla="*/ 12804 h 4803471"/>
                <a:gd name="connsiteX6" fmla="*/ 2699332 w 4208002"/>
                <a:gd name="connsiteY6" fmla="*/ 117491 h 4803471"/>
                <a:gd name="connsiteX7" fmla="*/ 1089519 w 4208002"/>
                <a:gd name="connsiteY7" fmla="*/ 448677 h 4803471"/>
                <a:gd name="connsiteX8" fmla="*/ 540879 w 4208002"/>
                <a:gd name="connsiteY8" fmla="*/ 567301 h 4803471"/>
                <a:gd name="connsiteX9" fmla="*/ 141854 w 4208002"/>
                <a:gd name="connsiteY9" fmla="*/ 2278021 h 4803471"/>
                <a:gd name="connsiteX10" fmla="*/ 0 w 4208002"/>
                <a:gd name="connsiteY10" fmla="*/ 2480520 h 4803471"/>
                <a:gd name="connsiteX11" fmla="*/ 107564 w 4208002"/>
                <a:gd name="connsiteY11" fmla="*/ 2586793 h 4803471"/>
                <a:gd name="connsiteX12" fmla="*/ 482159 w 4208002"/>
                <a:gd name="connsiteY12" fmla="*/ 2860394 h 4803471"/>
                <a:gd name="connsiteX13" fmla="*/ 495356 w 4208002"/>
                <a:gd name="connsiteY13" fmla="*/ 2894277 h 4803471"/>
                <a:gd name="connsiteX14" fmla="*/ 452503 w 4208002"/>
                <a:gd name="connsiteY14" fmla="*/ 3123593 h 4803471"/>
                <a:gd name="connsiteX15" fmla="*/ 352413 w 4208002"/>
                <a:gd name="connsiteY15" fmla="*/ 3432611 h 4803471"/>
                <a:gd name="connsiteX16" fmla="*/ 262777 w 4208002"/>
                <a:gd name="connsiteY16" fmla="*/ 3667859 h 4803471"/>
                <a:gd name="connsiteX17" fmla="*/ 218738 w 4208002"/>
                <a:gd name="connsiteY17" fmla="*/ 3675051 h 4803471"/>
                <a:gd name="connsiteX18" fmla="*/ 100484 w 4208002"/>
                <a:gd name="connsiteY18" fmla="*/ 3554202 h 4803471"/>
                <a:gd name="connsiteX19" fmla="*/ 81207 w 4208002"/>
                <a:gd name="connsiteY19" fmla="*/ 3541004 h 4803471"/>
                <a:gd name="connsiteX20" fmla="*/ 83654 w 4208002"/>
                <a:gd name="connsiteY20" fmla="*/ 3556055 h 4803471"/>
                <a:gd name="connsiteX21" fmla="*/ 179295 w 4208002"/>
                <a:gd name="connsiteY21" fmla="*/ 3695069 h 4803471"/>
                <a:gd name="connsiteX22" fmla="*/ 347668 w 4208002"/>
                <a:gd name="connsiteY22" fmla="*/ 3837122 h 4803471"/>
                <a:gd name="connsiteX23" fmla="*/ 349225 w 4208002"/>
                <a:gd name="connsiteY23" fmla="*/ 3857510 h 4803471"/>
                <a:gd name="connsiteX24" fmla="*/ 300441 w 4208002"/>
                <a:gd name="connsiteY24" fmla="*/ 3943662 h 4803471"/>
                <a:gd name="connsiteX25" fmla="*/ 326242 w 4208002"/>
                <a:gd name="connsiteY25" fmla="*/ 4170309 h 4803471"/>
                <a:gd name="connsiteX26" fmla="*/ 319198 w 4208002"/>
                <a:gd name="connsiteY26" fmla="*/ 4195665 h 4803471"/>
                <a:gd name="connsiteX27" fmla="*/ 101003 w 4208002"/>
                <a:gd name="connsiteY27" fmla="*/ 4421349 h 4803471"/>
                <a:gd name="connsiteX28" fmla="*/ 95961 w 4208002"/>
                <a:gd name="connsiteY28" fmla="*/ 4457085 h 4803471"/>
                <a:gd name="connsiteX29" fmla="*/ 137183 w 4208002"/>
                <a:gd name="connsiteY29" fmla="*/ 4535304 h 4803471"/>
                <a:gd name="connsiteX30" fmla="*/ 146006 w 4208002"/>
                <a:gd name="connsiteY30" fmla="*/ 4568370 h 4803471"/>
                <a:gd name="connsiteX31" fmla="*/ 235123 w 4208002"/>
                <a:gd name="connsiteY31" fmla="*/ 4739635 h 4803471"/>
                <a:gd name="connsiteX32" fmla="*/ 274269 w 4208002"/>
                <a:gd name="connsiteY32" fmla="*/ 4802580 h 4803471"/>
                <a:gd name="connsiteX33" fmla="*/ 298365 w 4208002"/>
                <a:gd name="connsiteY33" fmla="*/ 4803470 h 4803471"/>
                <a:gd name="connsiteX34" fmla="*/ 2716311 w 4208002"/>
                <a:gd name="connsiteY34" fmla="*/ 4803470 h 4803471"/>
                <a:gd name="connsiteX35" fmla="*/ 2743075 w 4208002"/>
                <a:gd name="connsiteY35" fmla="*/ 4802506 h 4803471"/>
                <a:gd name="connsiteX36" fmla="*/ 3052093 w 4208002"/>
                <a:gd name="connsiteY36" fmla="*/ 4636728 h 4803471"/>
                <a:gd name="connsiteX37" fmla="*/ 3244488 w 4208002"/>
                <a:gd name="connsiteY37" fmla="*/ 4509503 h 4803471"/>
                <a:gd name="connsiteX38" fmla="*/ 3285487 w 4208002"/>
                <a:gd name="connsiteY38" fmla="*/ 4453675 h 4803471"/>
                <a:gd name="connsiteX39" fmla="*/ 3295793 w 4208002"/>
                <a:gd name="connsiteY39" fmla="*/ 4390655 h 4803471"/>
                <a:gd name="connsiteX40" fmla="*/ 3275701 w 4208002"/>
                <a:gd name="connsiteY40" fmla="*/ 4103064 h 4803471"/>
                <a:gd name="connsiteX41" fmla="*/ 3290455 w 4208002"/>
                <a:gd name="connsiteY41" fmla="*/ 4056726 h 4803471"/>
                <a:gd name="connsiteX42" fmla="*/ 3480625 w 4208002"/>
                <a:gd name="connsiteY42" fmla="*/ 3702853 h 4803471"/>
                <a:gd name="connsiteX43" fmla="*/ 3506352 w 4208002"/>
                <a:gd name="connsiteY43" fmla="*/ 3379156 h 4803471"/>
                <a:gd name="connsiteX44" fmla="*/ 3517399 w 4208002"/>
                <a:gd name="connsiteY44" fmla="*/ 3347127 h 4803471"/>
                <a:gd name="connsiteX45" fmla="*/ 3645885 w 4208002"/>
                <a:gd name="connsiteY45" fmla="*/ 3182239 h 4803471"/>
                <a:gd name="connsiteX46" fmla="*/ 3899223 w 4208002"/>
                <a:gd name="connsiteY46" fmla="*/ 2657398 h 4803471"/>
                <a:gd name="connsiteX47" fmla="*/ 3993604 w 4208002"/>
                <a:gd name="connsiteY47" fmla="*/ 2193649 h 4803471"/>
                <a:gd name="connsiteX48" fmla="*/ 4023186 w 4208002"/>
                <a:gd name="connsiteY48" fmla="*/ 2135226 h 4803471"/>
                <a:gd name="connsiteX49" fmla="*/ 4199121 w 4208002"/>
                <a:gd name="connsiteY49" fmla="*/ 1915399 h 4803471"/>
                <a:gd name="connsiteX50" fmla="*/ 4200975 w 4208002"/>
                <a:gd name="connsiteY50" fmla="*/ 1873213 h 4803471"/>
                <a:gd name="connsiteX0" fmla="*/ 4200975 w 4208002"/>
                <a:gd name="connsiteY0" fmla="*/ 1873213 h 4815821"/>
                <a:gd name="connsiteX1" fmla="*/ 4036605 w 4208002"/>
                <a:gd name="connsiteY1" fmla="*/ 1470037 h 4815821"/>
                <a:gd name="connsiteX2" fmla="*/ 3942002 w 4208002"/>
                <a:gd name="connsiteY2" fmla="*/ 1022228 h 4815821"/>
                <a:gd name="connsiteX3" fmla="*/ 3759320 w 4208002"/>
                <a:gd name="connsiteY3" fmla="*/ 425397 h 4815821"/>
                <a:gd name="connsiteX4" fmla="*/ 3515694 w 4208002"/>
                <a:gd name="connsiteY4" fmla="*/ 116675 h 4815821"/>
                <a:gd name="connsiteX5" fmla="*/ 3016283 w 4208002"/>
                <a:gd name="connsiteY5" fmla="*/ 12804 h 4815821"/>
                <a:gd name="connsiteX6" fmla="*/ 2699332 w 4208002"/>
                <a:gd name="connsiteY6" fmla="*/ 117491 h 4815821"/>
                <a:gd name="connsiteX7" fmla="*/ 1089519 w 4208002"/>
                <a:gd name="connsiteY7" fmla="*/ 448677 h 4815821"/>
                <a:gd name="connsiteX8" fmla="*/ 540879 w 4208002"/>
                <a:gd name="connsiteY8" fmla="*/ 567301 h 4815821"/>
                <a:gd name="connsiteX9" fmla="*/ 141854 w 4208002"/>
                <a:gd name="connsiteY9" fmla="*/ 2278021 h 4815821"/>
                <a:gd name="connsiteX10" fmla="*/ 0 w 4208002"/>
                <a:gd name="connsiteY10" fmla="*/ 2480520 h 4815821"/>
                <a:gd name="connsiteX11" fmla="*/ 107564 w 4208002"/>
                <a:gd name="connsiteY11" fmla="*/ 2586793 h 4815821"/>
                <a:gd name="connsiteX12" fmla="*/ 482159 w 4208002"/>
                <a:gd name="connsiteY12" fmla="*/ 2860394 h 4815821"/>
                <a:gd name="connsiteX13" fmla="*/ 495356 w 4208002"/>
                <a:gd name="connsiteY13" fmla="*/ 2894277 h 4815821"/>
                <a:gd name="connsiteX14" fmla="*/ 452503 w 4208002"/>
                <a:gd name="connsiteY14" fmla="*/ 3123593 h 4815821"/>
                <a:gd name="connsiteX15" fmla="*/ 352413 w 4208002"/>
                <a:gd name="connsiteY15" fmla="*/ 3432611 h 4815821"/>
                <a:gd name="connsiteX16" fmla="*/ 262777 w 4208002"/>
                <a:gd name="connsiteY16" fmla="*/ 3667859 h 4815821"/>
                <a:gd name="connsiteX17" fmla="*/ 218738 w 4208002"/>
                <a:gd name="connsiteY17" fmla="*/ 3675051 h 4815821"/>
                <a:gd name="connsiteX18" fmla="*/ 100484 w 4208002"/>
                <a:gd name="connsiteY18" fmla="*/ 3554202 h 4815821"/>
                <a:gd name="connsiteX19" fmla="*/ 81207 w 4208002"/>
                <a:gd name="connsiteY19" fmla="*/ 3541004 h 4815821"/>
                <a:gd name="connsiteX20" fmla="*/ 83654 w 4208002"/>
                <a:gd name="connsiteY20" fmla="*/ 3556055 h 4815821"/>
                <a:gd name="connsiteX21" fmla="*/ 179295 w 4208002"/>
                <a:gd name="connsiteY21" fmla="*/ 3695069 h 4815821"/>
                <a:gd name="connsiteX22" fmla="*/ 347668 w 4208002"/>
                <a:gd name="connsiteY22" fmla="*/ 3837122 h 4815821"/>
                <a:gd name="connsiteX23" fmla="*/ 349225 w 4208002"/>
                <a:gd name="connsiteY23" fmla="*/ 3857510 h 4815821"/>
                <a:gd name="connsiteX24" fmla="*/ 300441 w 4208002"/>
                <a:gd name="connsiteY24" fmla="*/ 3943662 h 4815821"/>
                <a:gd name="connsiteX25" fmla="*/ 326242 w 4208002"/>
                <a:gd name="connsiteY25" fmla="*/ 4170309 h 4815821"/>
                <a:gd name="connsiteX26" fmla="*/ 319198 w 4208002"/>
                <a:gd name="connsiteY26" fmla="*/ 4195665 h 4815821"/>
                <a:gd name="connsiteX27" fmla="*/ 101003 w 4208002"/>
                <a:gd name="connsiteY27" fmla="*/ 4421349 h 4815821"/>
                <a:gd name="connsiteX28" fmla="*/ 95961 w 4208002"/>
                <a:gd name="connsiteY28" fmla="*/ 4457085 h 4815821"/>
                <a:gd name="connsiteX29" fmla="*/ 137183 w 4208002"/>
                <a:gd name="connsiteY29" fmla="*/ 4535304 h 4815821"/>
                <a:gd name="connsiteX30" fmla="*/ 146006 w 4208002"/>
                <a:gd name="connsiteY30" fmla="*/ 4568370 h 4815821"/>
                <a:gd name="connsiteX31" fmla="*/ 235123 w 4208002"/>
                <a:gd name="connsiteY31" fmla="*/ 4739635 h 4815821"/>
                <a:gd name="connsiteX32" fmla="*/ 274269 w 4208002"/>
                <a:gd name="connsiteY32" fmla="*/ 4802580 h 4815821"/>
                <a:gd name="connsiteX33" fmla="*/ 298365 w 4208002"/>
                <a:gd name="connsiteY33" fmla="*/ 4803470 h 4815821"/>
                <a:gd name="connsiteX34" fmla="*/ 2716311 w 4208002"/>
                <a:gd name="connsiteY34" fmla="*/ 4803470 h 4815821"/>
                <a:gd name="connsiteX35" fmla="*/ 3052093 w 4208002"/>
                <a:gd name="connsiteY35" fmla="*/ 4636728 h 4815821"/>
                <a:gd name="connsiteX36" fmla="*/ 3244488 w 4208002"/>
                <a:gd name="connsiteY36" fmla="*/ 4509503 h 4815821"/>
                <a:gd name="connsiteX37" fmla="*/ 3285487 w 4208002"/>
                <a:gd name="connsiteY37" fmla="*/ 4453675 h 4815821"/>
                <a:gd name="connsiteX38" fmla="*/ 3295793 w 4208002"/>
                <a:gd name="connsiteY38" fmla="*/ 4390655 h 4815821"/>
                <a:gd name="connsiteX39" fmla="*/ 3275701 w 4208002"/>
                <a:gd name="connsiteY39" fmla="*/ 4103064 h 4815821"/>
                <a:gd name="connsiteX40" fmla="*/ 3290455 w 4208002"/>
                <a:gd name="connsiteY40" fmla="*/ 4056726 h 4815821"/>
                <a:gd name="connsiteX41" fmla="*/ 3480625 w 4208002"/>
                <a:gd name="connsiteY41" fmla="*/ 3702853 h 4815821"/>
                <a:gd name="connsiteX42" fmla="*/ 3506352 w 4208002"/>
                <a:gd name="connsiteY42" fmla="*/ 3379156 h 4815821"/>
                <a:gd name="connsiteX43" fmla="*/ 3517399 w 4208002"/>
                <a:gd name="connsiteY43" fmla="*/ 3347127 h 4815821"/>
                <a:gd name="connsiteX44" fmla="*/ 3645885 w 4208002"/>
                <a:gd name="connsiteY44" fmla="*/ 3182239 h 4815821"/>
                <a:gd name="connsiteX45" fmla="*/ 3899223 w 4208002"/>
                <a:gd name="connsiteY45" fmla="*/ 2657398 h 4815821"/>
                <a:gd name="connsiteX46" fmla="*/ 3993604 w 4208002"/>
                <a:gd name="connsiteY46" fmla="*/ 2193649 h 4815821"/>
                <a:gd name="connsiteX47" fmla="*/ 4023186 w 4208002"/>
                <a:gd name="connsiteY47" fmla="*/ 2135226 h 4815821"/>
                <a:gd name="connsiteX48" fmla="*/ 4199121 w 4208002"/>
                <a:gd name="connsiteY48" fmla="*/ 1915399 h 4815821"/>
                <a:gd name="connsiteX49" fmla="*/ 4200975 w 4208002"/>
                <a:gd name="connsiteY49" fmla="*/ 1873213 h 4815821"/>
                <a:gd name="connsiteX0" fmla="*/ 4200975 w 4208002"/>
                <a:gd name="connsiteY0" fmla="*/ 1873213 h 4815593"/>
                <a:gd name="connsiteX1" fmla="*/ 4036605 w 4208002"/>
                <a:gd name="connsiteY1" fmla="*/ 1470037 h 4815593"/>
                <a:gd name="connsiteX2" fmla="*/ 3942002 w 4208002"/>
                <a:gd name="connsiteY2" fmla="*/ 1022228 h 4815593"/>
                <a:gd name="connsiteX3" fmla="*/ 3759320 w 4208002"/>
                <a:gd name="connsiteY3" fmla="*/ 425397 h 4815593"/>
                <a:gd name="connsiteX4" fmla="*/ 3515694 w 4208002"/>
                <a:gd name="connsiteY4" fmla="*/ 116675 h 4815593"/>
                <a:gd name="connsiteX5" fmla="*/ 3016283 w 4208002"/>
                <a:gd name="connsiteY5" fmla="*/ 12804 h 4815593"/>
                <a:gd name="connsiteX6" fmla="*/ 2699332 w 4208002"/>
                <a:gd name="connsiteY6" fmla="*/ 117491 h 4815593"/>
                <a:gd name="connsiteX7" fmla="*/ 1089519 w 4208002"/>
                <a:gd name="connsiteY7" fmla="*/ 448677 h 4815593"/>
                <a:gd name="connsiteX8" fmla="*/ 540879 w 4208002"/>
                <a:gd name="connsiteY8" fmla="*/ 567301 h 4815593"/>
                <a:gd name="connsiteX9" fmla="*/ 141854 w 4208002"/>
                <a:gd name="connsiteY9" fmla="*/ 2278021 h 4815593"/>
                <a:gd name="connsiteX10" fmla="*/ 0 w 4208002"/>
                <a:gd name="connsiteY10" fmla="*/ 2480520 h 4815593"/>
                <a:gd name="connsiteX11" fmla="*/ 107564 w 4208002"/>
                <a:gd name="connsiteY11" fmla="*/ 2586793 h 4815593"/>
                <a:gd name="connsiteX12" fmla="*/ 482159 w 4208002"/>
                <a:gd name="connsiteY12" fmla="*/ 2860394 h 4815593"/>
                <a:gd name="connsiteX13" fmla="*/ 495356 w 4208002"/>
                <a:gd name="connsiteY13" fmla="*/ 2894277 h 4815593"/>
                <a:gd name="connsiteX14" fmla="*/ 452503 w 4208002"/>
                <a:gd name="connsiteY14" fmla="*/ 3123593 h 4815593"/>
                <a:gd name="connsiteX15" fmla="*/ 352413 w 4208002"/>
                <a:gd name="connsiteY15" fmla="*/ 3432611 h 4815593"/>
                <a:gd name="connsiteX16" fmla="*/ 262777 w 4208002"/>
                <a:gd name="connsiteY16" fmla="*/ 3667859 h 4815593"/>
                <a:gd name="connsiteX17" fmla="*/ 218738 w 4208002"/>
                <a:gd name="connsiteY17" fmla="*/ 3675051 h 4815593"/>
                <a:gd name="connsiteX18" fmla="*/ 100484 w 4208002"/>
                <a:gd name="connsiteY18" fmla="*/ 3554202 h 4815593"/>
                <a:gd name="connsiteX19" fmla="*/ 81207 w 4208002"/>
                <a:gd name="connsiteY19" fmla="*/ 3541004 h 4815593"/>
                <a:gd name="connsiteX20" fmla="*/ 83654 w 4208002"/>
                <a:gd name="connsiteY20" fmla="*/ 3556055 h 4815593"/>
                <a:gd name="connsiteX21" fmla="*/ 179295 w 4208002"/>
                <a:gd name="connsiteY21" fmla="*/ 3695069 h 4815593"/>
                <a:gd name="connsiteX22" fmla="*/ 347668 w 4208002"/>
                <a:gd name="connsiteY22" fmla="*/ 3837122 h 4815593"/>
                <a:gd name="connsiteX23" fmla="*/ 349225 w 4208002"/>
                <a:gd name="connsiteY23" fmla="*/ 3857510 h 4815593"/>
                <a:gd name="connsiteX24" fmla="*/ 300441 w 4208002"/>
                <a:gd name="connsiteY24" fmla="*/ 3943662 h 4815593"/>
                <a:gd name="connsiteX25" fmla="*/ 326242 w 4208002"/>
                <a:gd name="connsiteY25" fmla="*/ 4170309 h 4815593"/>
                <a:gd name="connsiteX26" fmla="*/ 319198 w 4208002"/>
                <a:gd name="connsiteY26" fmla="*/ 4195665 h 4815593"/>
                <a:gd name="connsiteX27" fmla="*/ 101003 w 4208002"/>
                <a:gd name="connsiteY27" fmla="*/ 4421349 h 4815593"/>
                <a:gd name="connsiteX28" fmla="*/ 95961 w 4208002"/>
                <a:gd name="connsiteY28" fmla="*/ 4457085 h 4815593"/>
                <a:gd name="connsiteX29" fmla="*/ 137183 w 4208002"/>
                <a:gd name="connsiteY29" fmla="*/ 4535304 h 4815593"/>
                <a:gd name="connsiteX30" fmla="*/ 146006 w 4208002"/>
                <a:gd name="connsiteY30" fmla="*/ 4568370 h 4815593"/>
                <a:gd name="connsiteX31" fmla="*/ 235123 w 4208002"/>
                <a:gd name="connsiteY31" fmla="*/ 4739635 h 4815593"/>
                <a:gd name="connsiteX32" fmla="*/ 274269 w 4208002"/>
                <a:gd name="connsiteY32" fmla="*/ 4802580 h 4815593"/>
                <a:gd name="connsiteX33" fmla="*/ 298365 w 4208002"/>
                <a:gd name="connsiteY33" fmla="*/ 4803470 h 4815593"/>
                <a:gd name="connsiteX34" fmla="*/ 3052093 w 4208002"/>
                <a:gd name="connsiteY34" fmla="*/ 4636728 h 4815593"/>
                <a:gd name="connsiteX35" fmla="*/ 3244488 w 4208002"/>
                <a:gd name="connsiteY35" fmla="*/ 4509503 h 4815593"/>
                <a:gd name="connsiteX36" fmla="*/ 3285487 w 4208002"/>
                <a:gd name="connsiteY36" fmla="*/ 4453675 h 4815593"/>
                <a:gd name="connsiteX37" fmla="*/ 3295793 w 4208002"/>
                <a:gd name="connsiteY37" fmla="*/ 4390655 h 4815593"/>
                <a:gd name="connsiteX38" fmla="*/ 3275701 w 4208002"/>
                <a:gd name="connsiteY38" fmla="*/ 4103064 h 4815593"/>
                <a:gd name="connsiteX39" fmla="*/ 3290455 w 4208002"/>
                <a:gd name="connsiteY39" fmla="*/ 4056726 h 4815593"/>
                <a:gd name="connsiteX40" fmla="*/ 3480625 w 4208002"/>
                <a:gd name="connsiteY40" fmla="*/ 3702853 h 4815593"/>
                <a:gd name="connsiteX41" fmla="*/ 3506352 w 4208002"/>
                <a:gd name="connsiteY41" fmla="*/ 3379156 h 4815593"/>
                <a:gd name="connsiteX42" fmla="*/ 3517399 w 4208002"/>
                <a:gd name="connsiteY42" fmla="*/ 3347127 h 4815593"/>
                <a:gd name="connsiteX43" fmla="*/ 3645885 w 4208002"/>
                <a:gd name="connsiteY43" fmla="*/ 3182239 h 4815593"/>
                <a:gd name="connsiteX44" fmla="*/ 3899223 w 4208002"/>
                <a:gd name="connsiteY44" fmla="*/ 2657398 h 4815593"/>
                <a:gd name="connsiteX45" fmla="*/ 3993604 w 4208002"/>
                <a:gd name="connsiteY45" fmla="*/ 2193649 h 4815593"/>
                <a:gd name="connsiteX46" fmla="*/ 4023186 w 4208002"/>
                <a:gd name="connsiteY46" fmla="*/ 2135226 h 4815593"/>
                <a:gd name="connsiteX47" fmla="*/ 4199121 w 4208002"/>
                <a:gd name="connsiteY47" fmla="*/ 1915399 h 4815593"/>
                <a:gd name="connsiteX48" fmla="*/ 4200975 w 4208002"/>
                <a:gd name="connsiteY48" fmla="*/ 1873213 h 4815593"/>
                <a:gd name="connsiteX0" fmla="*/ 4200975 w 4208002"/>
                <a:gd name="connsiteY0" fmla="*/ 1873213 h 4854383"/>
                <a:gd name="connsiteX1" fmla="*/ 4036605 w 4208002"/>
                <a:gd name="connsiteY1" fmla="*/ 1470037 h 4854383"/>
                <a:gd name="connsiteX2" fmla="*/ 3942002 w 4208002"/>
                <a:gd name="connsiteY2" fmla="*/ 1022228 h 4854383"/>
                <a:gd name="connsiteX3" fmla="*/ 3759320 w 4208002"/>
                <a:gd name="connsiteY3" fmla="*/ 425397 h 4854383"/>
                <a:gd name="connsiteX4" fmla="*/ 3515694 w 4208002"/>
                <a:gd name="connsiteY4" fmla="*/ 116675 h 4854383"/>
                <a:gd name="connsiteX5" fmla="*/ 3016283 w 4208002"/>
                <a:gd name="connsiteY5" fmla="*/ 12804 h 4854383"/>
                <a:gd name="connsiteX6" fmla="*/ 2699332 w 4208002"/>
                <a:gd name="connsiteY6" fmla="*/ 117491 h 4854383"/>
                <a:gd name="connsiteX7" fmla="*/ 1089519 w 4208002"/>
                <a:gd name="connsiteY7" fmla="*/ 448677 h 4854383"/>
                <a:gd name="connsiteX8" fmla="*/ 540879 w 4208002"/>
                <a:gd name="connsiteY8" fmla="*/ 567301 h 4854383"/>
                <a:gd name="connsiteX9" fmla="*/ 141854 w 4208002"/>
                <a:gd name="connsiteY9" fmla="*/ 2278021 h 4854383"/>
                <a:gd name="connsiteX10" fmla="*/ 0 w 4208002"/>
                <a:gd name="connsiteY10" fmla="*/ 2480520 h 4854383"/>
                <a:gd name="connsiteX11" fmla="*/ 107564 w 4208002"/>
                <a:gd name="connsiteY11" fmla="*/ 2586793 h 4854383"/>
                <a:gd name="connsiteX12" fmla="*/ 482159 w 4208002"/>
                <a:gd name="connsiteY12" fmla="*/ 2860394 h 4854383"/>
                <a:gd name="connsiteX13" fmla="*/ 495356 w 4208002"/>
                <a:gd name="connsiteY13" fmla="*/ 2894277 h 4854383"/>
                <a:gd name="connsiteX14" fmla="*/ 452503 w 4208002"/>
                <a:gd name="connsiteY14" fmla="*/ 3123593 h 4854383"/>
                <a:gd name="connsiteX15" fmla="*/ 352413 w 4208002"/>
                <a:gd name="connsiteY15" fmla="*/ 3432611 h 4854383"/>
                <a:gd name="connsiteX16" fmla="*/ 262777 w 4208002"/>
                <a:gd name="connsiteY16" fmla="*/ 3667859 h 4854383"/>
                <a:gd name="connsiteX17" fmla="*/ 218738 w 4208002"/>
                <a:gd name="connsiteY17" fmla="*/ 3675051 h 4854383"/>
                <a:gd name="connsiteX18" fmla="*/ 100484 w 4208002"/>
                <a:gd name="connsiteY18" fmla="*/ 3554202 h 4854383"/>
                <a:gd name="connsiteX19" fmla="*/ 81207 w 4208002"/>
                <a:gd name="connsiteY19" fmla="*/ 3541004 h 4854383"/>
                <a:gd name="connsiteX20" fmla="*/ 83654 w 4208002"/>
                <a:gd name="connsiteY20" fmla="*/ 3556055 h 4854383"/>
                <a:gd name="connsiteX21" fmla="*/ 179295 w 4208002"/>
                <a:gd name="connsiteY21" fmla="*/ 3695069 h 4854383"/>
                <a:gd name="connsiteX22" fmla="*/ 347668 w 4208002"/>
                <a:gd name="connsiteY22" fmla="*/ 3837122 h 4854383"/>
                <a:gd name="connsiteX23" fmla="*/ 349225 w 4208002"/>
                <a:gd name="connsiteY23" fmla="*/ 3857510 h 4854383"/>
                <a:gd name="connsiteX24" fmla="*/ 300441 w 4208002"/>
                <a:gd name="connsiteY24" fmla="*/ 3943662 h 4854383"/>
                <a:gd name="connsiteX25" fmla="*/ 326242 w 4208002"/>
                <a:gd name="connsiteY25" fmla="*/ 4170309 h 4854383"/>
                <a:gd name="connsiteX26" fmla="*/ 319198 w 4208002"/>
                <a:gd name="connsiteY26" fmla="*/ 4195665 h 4854383"/>
                <a:gd name="connsiteX27" fmla="*/ 101003 w 4208002"/>
                <a:gd name="connsiteY27" fmla="*/ 4421349 h 4854383"/>
                <a:gd name="connsiteX28" fmla="*/ 95961 w 4208002"/>
                <a:gd name="connsiteY28" fmla="*/ 4457085 h 4854383"/>
                <a:gd name="connsiteX29" fmla="*/ 137183 w 4208002"/>
                <a:gd name="connsiteY29" fmla="*/ 4535304 h 4854383"/>
                <a:gd name="connsiteX30" fmla="*/ 146006 w 4208002"/>
                <a:gd name="connsiteY30" fmla="*/ 4568370 h 4854383"/>
                <a:gd name="connsiteX31" fmla="*/ 235123 w 4208002"/>
                <a:gd name="connsiteY31" fmla="*/ 4739635 h 4854383"/>
                <a:gd name="connsiteX32" fmla="*/ 274269 w 4208002"/>
                <a:gd name="connsiteY32" fmla="*/ 4802580 h 4854383"/>
                <a:gd name="connsiteX33" fmla="*/ 298365 w 4208002"/>
                <a:gd name="connsiteY33" fmla="*/ 4803470 h 4854383"/>
                <a:gd name="connsiteX34" fmla="*/ 3204449 w 4208002"/>
                <a:gd name="connsiteY34" fmla="*/ 4854383 h 4854383"/>
                <a:gd name="connsiteX35" fmla="*/ 3244488 w 4208002"/>
                <a:gd name="connsiteY35" fmla="*/ 4509503 h 4854383"/>
                <a:gd name="connsiteX36" fmla="*/ 3285487 w 4208002"/>
                <a:gd name="connsiteY36" fmla="*/ 4453675 h 4854383"/>
                <a:gd name="connsiteX37" fmla="*/ 3295793 w 4208002"/>
                <a:gd name="connsiteY37" fmla="*/ 4390655 h 4854383"/>
                <a:gd name="connsiteX38" fmla="*/ 3275701 w 4208002"/>
                <a:gd name="connsiteY38" fmla="*/ 4103064 h 4854383"/>
                <a:gd name="connsiteX39" fmla="*/ 3290455 w 4208002"/>
                <a:gd name="connsiteY39" fmla="*/ 4056726 h 4854383"/>
                <a:gd name="connsiteX40" fmla="*/ 3480625 w 4208002"/>
                <a:gd name="connsiteY40" fmla="*/ 3702853 h 4854383"/>
                <a:gd name="connsiteX41" fmla="*/ 3506352 w 4208002"/>
                <a:gd name="connsiteY41" fmla="*/ 3379156 h 4854383"/>
                <a:gd name="connsiteX42" fmla="*/ 3517399 w 4208002"/>
                <a:gd name="connsiteY42" fmla="*/ 3347127 h 4854383"/>
                <a:gd name="connsiteX43" fmla="*/ 3645885 w 4208002"/>
                <a:gd name="connsiteY43" fmla="*/ 3182239 h 4854383"/>
                <a:gd name="connsiteX44" fmla="*/ 3899223 w 4208002"/>
                <a:gd name="connsiteY44" fmla="*/ 2657398 h 4854383"/>
                <a:gd name="connsiteX45" fmla="*/ 3993604 w 4208002"/>
                <a:gd name="connsiteY45" fmla="*/ 2193649 h 4854383"/>
                <a:gd name="connsiteX46" fmla="*/ 4023186 w 4208002"/>
                <a:gd name="connsiteY46" fmla="*/ 2135226 h 4854383"/>
                <a:gd name="connsiteX47" fmla="*/ 4199121 w 4208002"/>
                <a:gd name="connsiteY47" fmla="*/ 1915399 h 4854383"/>
                <a:gd name="connsiteX48" fmla="*/ 4200975 w 4208002"/>
                <a:gd name="connsiteY48" fmla="*/ 1873213 h 4854383"/>
                <a:gd name="connsiteX0" fmla="*/ 4200975 w 4208002"/>
                <a:gd name="connsiteY0" fmla="*/ 1873213 h 4854383"/>
                <a:gd name="connsiteX1" fmla="*/ 4036605 w 4208002"/>
                <a:gd name="connsiteY1" fmla="*/ 1470037 h 4854383"/>
                <a:gd name="connsiteX2" fmla="*/ 3942002 w 4208002"/>
                <a:gd name="connsiteY2" fmla="*/ 1022228 h 4854383"/>
                <a:gd name="connsiteX3" fmla="*/ 3759320 w 4208002"/>
                <a:gd name="connsiteY3" fmla="*/ 425397 h 4854383"/>
                <a:gd name="connsiteX4" fmla="*/ 3515694 w 4208002"/>
                <a:gd name="connsiteY4" fmla="*/ 116675 h 4854383"/>
                <a:gd name="connsiteX5" fmla="*/ 3016283 w 4208002"/>
                <a:gd name="connsiteY5" fmla="*/ 12804 h 4854383"/>
                <a:gd name="connsiteX6" fmla="*/ 2699332 w 4208002"/>
                <a:gd name="connsiteY6" fmla="*/ 117491 h 4854383"/>
                <a:gd name="connsiteX7" fmla="*/ 1089519 w 4208002"/>
                <a:gd name="connsiteY7" fmla="*/ 448677 h 4854383"/>
                <a:gd name="connsiteX8" fmla="*/ 540879 w 4208002"/>
                <a:gd name="connsiteY8" fmla="*/ 567301 h 4854383"/>
                <a:gd name="connsiteX9" fmla="*/ 141854 w 4208002"/>
                <a:gd name="connsiteY9" fmla="*/ 2278021 h 4854383"/>
                <a:gd name="connsiteX10" fmla="*/ 0 w 4208002"/>
                <a:gd name="connsiteY10" fmla="*/ 2480520 h 4854383"/>
                <a:gd name="connsiteX11" fmla="*/ 107564 w 4208002"/>
                <a:gd name="connsiteY11" fmla="*/ 2586793 h 4854383"/>
                <a:gd name="connsiteX12" fmla="*/ 482159 w 4208002"/>
                <a:gd name="connsiteY12" fmla="*/ 2860394 h 4854383"/>
                <a:gd name="connsiteX13" fmla="*/ 495356 w 4208002"/>
                <a:gd name="connsiteY13" fmla="*/ 2894277 h 4854383"/>
                <a:gd name="connsiteX14" fmla="*/ 452503 w 4208002"/>
                <a:gd name="connsiteY14" fmla="*/ 3123593 h 4854383"/>
                <a:gd name="connsiteX15" fmla="*/ 352413 w 4208002"/>
                <a:gd name="connsiteY15" fmla="*/ 3432611 h 4854383"/>
                <a:gd name="connsiteX16" fmla="*/ 262777 w 4208002"/>
                <a:gd name="connsiteY16" fmla="*/ 3667859 h 4854383"/>
                <a:gd name="connsiteX17" fmla="*/ 218738 w 4208002"/>
                <a:gd name="connsiteY17" fmla="*/ 3675051 h 4854383"/>
                <a:gd name="connsiteX18" fmla="*/ 100484 w 4208002"/>
                <a:gd name="connsiteY18" fmla="*/ 3554202 h 4854383"/>
                <a:gd name="connsiteX19" fmla="*/ 81207 w 4208002"/>
                <a:gd name="connsiteY19" fmla="*/ 3541004 h 4854383"/>
                <a:gd name="connsiteX20" fmla="*/ 83654 w 4208002"/>
                <a:gd name="connsiteY20" fmla="*/ 3556055 h 4854383"/>
                <a:gd name="connsiteX21" fmla="*/ 179295 w 4208002"/>
                <a:gd name="connsiteY21" fmla="*/ 3695069 h 4854383"/>
                <a:gd name="connsiteX22" fmla="*/ 347668 w 4208002"/>
                <a:gd name="connsiteY22" fmla="*/ 3837122 h 4854383"/>
                <a:gd name="connsiteX23" fmla="*/ 349225 w 4208002"/>
                <a:gd name="connsiteY23" fmla="*/ 3857510 h 4854383"/>
                <a:gd name="connsiteX24" fmla="*/ 300441 w 4208002"/>
                <a:gd name="connsiteY24" fmla="*/ 3943662 h 4854383"/>
                <a:gd name="connsiteX25" fmla="*/ 326242 w 4208002"/>
                <a:gd name="connsiteY25" fmla="*/ 4170309 h 4854383"/>
                <a:gd name="connsiteX26" fmla="*/ 319198 w 4208002"/>
                <a:gd name="connsiteY26" fmla="*/ 4195665 h 4854383"/>
                <a:gd name="connsiteX27" fmla="*/ 101003 w 4208002"/>
                <a:gd name="connsiteY27" fmla="*/ 4421349 h 4854383"/>
                <a:gd name="connsiteX28" fmla="*/ 95961 w 4208002"/>
                <a:gd name="connsiteY28" fmla="*/ 4457085 h 4854383"/>
                <a:gd name="connsiteX29" fmla="*/ 137183 w 4208002"/>
                <a:gd name="connsiteY29" fmla="*/ 4535304 h 4854383"/>
                <a:gd name="connsiteX30" fmla="*/ 146006 w 4208002"/>
                <a:gd name="connsiteY30" fmla="*/ 4568370 h 4854383"/>
                <a:gd name="connsiteX31" fmla="*/ 235123 w 4208002"/>
                <a:gd name="connsiteY31" fmla="*/ 4739635 h 4854383"/>
                <a:gd name="connsiteX32" fmla="*/ 274269 w 4208002"/>
                <a:gd name="connsiteY32" fmla="*/ 4802580 h 4854383"/>
                <a:gd name="connsiteX33" fmla="*/ 298365 w 4208002"/>
                <a:gd name="connsiteY33" fmla="*/ 4803470 h 4854383"/>
                <a:gd name="connsiteX34" fmla="*/ 3204449 w 4208002"/>
                <a:gd name="connsiteY34" fmla="*/ 4854383 h 4854383"/>
                <a:gd name="connsiteX35" fmla="*/ 3244488 w 4208002"/>
                <a:gd name="connsiteY35" fmla="*/ 4509503 h 4854383"/>
                <a:gd name="connsiteX36" fmla="*/ 3285487 w 4208002"/>
                <a:gd name="connsiteY36" fmla="*/ 4453675 h 4854383"/>
                <a:gd name="connsiteX37" fmla="*/ 3295793 w 4208002"/>
                <a:gd name="connsiteY37" fmla="*/ 4390655 h 4854383"/>
                <a:gd name="connsiteX38" fmla="*/ 3275701 w 4208002"/>
                <a:gd name="connsiteY38" fmla="*/ 4103064 h 4854383"/>
                <a:gd name="connsiteX39" fmla="*/ 3290455 w 4208002"/>
                <a:gd name="connsiteY39" fmla="*/ 4056726 h 4854383"/>
                <a:gd name="connsiteX40" fmla="*/ 3480625 w 4208002"/>
                <a:gd name="connsiteY40" fmla="*/ 3702853 h 4854383"/>
                <a:gd name="connsiteX41" fmla="*/ 3506352 w 4208002"/>
                <a:gd name="connsiteY41" fmla="*/ 3379156 h 4854383"/>
                <a:gd name="connsiteX42" fmla="*/ 3517399 w 4208002"/>
                <a:gd name="connsiteY42" fmla="*/ 3347127 h 4854383"/>
                <a:gd name="connsiteX43" fmla="*/ 3645885 w 4208002"/>
                <a:gd name="connsiteY43" fmla="*/ 3182239 h 4854383"/>
                <a:gd name="connsiteX44" fmla="*/ 3899223 w 4208002"/>
                <a:gd name="connsiteY44" fmla="*/ 2657398 h 4854383"/>
                <a:gd name="connsiteX45" fmla="*/ 3993604 w 4208002"/>
                <a:gd name="connsiteY45" fmla="*/ 2193649 h 4854383"/>
                <a:gd name="connsiteX46" fmla="*/ 4023186 w 4208002"/>
                <a:gd name="connsiteY46" fmla="*/ 2135226 h 4854383"/>
                <a:gd name="connsiteX47" fmla="*/ 4199121 w 4208002"/>
                <a:gd name="connsiteY47" fmla="*/ 1915399 h 4854383"/>
                <a:gd name="connsiteX48" fmla="*/ 4200975 w 4208002"/>
                <a:gd name="connsiteY48" fmla="*/ 1873213 h 4854383"/>
                <a:gd name="connsiteX0" fmla="*/ 4200975 w 4208002"/>
                <a:gd name="connsiteY0" fmla="*/ 1873213 h 4876147"/>
                <a:gd name="connsiteX1" fmla="*/ 4036605 w 4208002"/>
                <a:gd name="connsiteY1" fmla="*/ 1470037 h 4876147"/>
                <a:gd name="connsiteX2" fmla="*/ 3942002 w 4208002"/>
                <a:gd name="connsiteY2" fmla="*/ 1022228 h 4876147"/>
                <a:gd name="connsiteX3" fmla="*/ 3759320 w 4208002"/>
                <a:gd name="connsiteY3" fmla="*/ 425397 h 4876147"/>
                <a:gd name="connsiteX4" fmla="*/ 3515694 w 4208002"/>
                <a:gd name="connsiteY4" fmla="*/ 116675 h 4876147"/>
                <a:gd name="connsiteX5" fmla="*/ 3016283 w 4208002"/>
                <a:gd name="connsiteY5" fmla="*/ 12804 h 4876147"/>
                <a:gd name="connsiteX6" fmla="*/ 2699332 w 4208002"/>
                <a:gd name="connsiteY6" fmla="*/ 117491 h 4876147"/>
                <a:gd name="connsiteX7" fmla="*/ 1089519 w 4208002"/>
                <a:gd name="connsiteY7" fmla="*/ 448677 h 4876147"/>
                <a:gd name="connsiteX8" fmla="*/ 540879 w 4208002"/>
                <a:gd name="connsiteY8" fmla="*/ 567301 h 4876147"/>
                <a:gd name="connsiteX9" fmla="*/ 141854 w 4208002"/>
                <a:gd name="connsiteY9" fmla="*/ 2278021 h 4876147"/>
                <a:gd name="connsiteX10" fmla="*/ 0 w 4208002"/>
                <a:gd name="connsiteY10" fmla="*/ 2480520 h 4876147"/>
                <a:gd name="connsiteX11" fmla="*/ 107564 w 4208002"/>
                <a:gd name="connsiteY11" fmla="*/ 2586793 h 4876147"/>
                <a:gd name="connsiteX12" fmla="*/ 482159 w 4208002"/>
                <a:gd name="connsiteY12" fmla="*/ 2860394 h 4876147"/>
                <a:gd name="connsiteX13" fmla="*/ 495356 w 4208002"/>
                <a:gd name="connsiteY13" fmla="*/ 2894277 h 4876147"/>
                <a:gd name="connsiteX14" fmla="*/ 452503 w 4208002"/>
                <a:gd name="connsiteY14" fmla="*/ 3123593 h 4876147"/>
                <a:gd name="connsiteX15" fmla="*/ 352413 w 4208002"/>
                <a:gd name="connsiteY15" fmla="*/ 3432611 h 4876147"/>
                <a:gd name="connsiteX16" fmla="*/ 262777 w 4208002"/>
                <a:gd name="connsiteY16" fmla="*/ 3667859 h 4876147"/>
                <a:gd name="connsiteX17" fmla="*/ 218738 w 4208002"/>
                <a:gd name="connsiteY17" fmla="*/ 3675051 h 4876147"/>
                <a:gd name="connsiteX18" fmla="*/ 100484 w 4208002"/>
                <a:gd name="connsiteY18" fmla="*/ 3554202 h 4876147"/>
                <a:gd name="connsiteX19" fmla="*/ 81207 w 4208002"/>
                <a:gd name="connsiteY19" fmla="*/ 3541004 h 4876147"/>
                <a:gd name="connsiteX20" fmla="*/ 83654 w 4208002"/>
                <a:gd name="connsiteY20" fmla="*/ 3556055 h 4876147"/>
                <a:gd name="connsiteX21" fmla="*/ 179295 w 4208002"/>
                <a:gd name="connsiteY21" fmla="*/ 3695069 h 4876147"/>
                <a:gd name="connsiteX22" fmla="*/ 347668 w 4208002"/>
                <a:gd name="connsiteY22" fmla="*/ 3837122 h 4876147"/>
                <a:gd name="connsiteX23" fmla="*/ 349225 w 4208002"/>
                <a:gd name="connsiteY23" fmla="*/ 3857510 h 4876147"/>
                <a:gd name="connsiteX24" fmla="*/ 300441 w 4208002"/>
                <a:gd name="connsiteY24" fmla="*/ 3943662 h 4876147"/>
                <a:gd name="connsiteX25" fmla="*/ 326242 w 4208002"/>
                <a:gd name="connsiteY25" fmla="*/ 4170309 h 4876147"/>
                <a:gd name="connsiteX26" fmla="*/ 319198 w 4208002"/>
                <a:gd name="connsiteY26" fmla="*/ 4195665 h 4876147"/>
                <a:gd name="connsiteX27" fmla="*/ 101003 w 4208002"/>
                <a:gd name="connsiteY27" fmla="*/ 4421349 h 4876147"/>
                <a:gd name="connsiteX28" fmla="*/ 95961 w 4208002"/>
                <a:gd name="connsiteY28" fmla="*/ 4457085 h 4876147"/>
                <a:gd name="connsiteX29" fmla="*/ 137183 w 4208002"/>
                <a:gd name="connsiteY29" fmla="*/ 4535304 h 4876147"/>
                <a:gd name="connsiteX30" fmla="*/ 146006 w 4208002"/>
                <a:gd name="connsiteY30" fmla="*/ 4568370 h 4876147"/>
                <a:gd name="connsiteX31" fmla="*/ 235123 w 4208002"/>
                <a:gd name="connsiteY31" fmla="*/ 4739635 h 4876147"/>
                <a:gd name="connsiteX32" fmla="*/ 274269 w 4208002"/>
                <a:gd name="connsiteY32" fmla="*/ 4802580 h 4876147"/>
                <a:gd name="connsiteX33" fmla="*/ 298365 w 4208002"/>
                <a:gd name="connsiteY33" fmla="*/ 4803470 h 4876147"/>
                <a:gd name="connsiteX34" fmla="*/ 3378572 w 4208002"/>
                <a:gd name="connsiteY34" fmla="*/ 4876147 h 4876147"/>
                <a:gd name="connsiteX35" fmla="*/ 3244488 w 4208002"/>
                <a:gd name="connsiteY35" fmla="*/ 4509503 h 4876147"/>
                <a:gd name="connsiteX36" fmla="*/ 3285487 w 4208002"/>
                <a:gd name="connsiteY36" fmla="*/ 4453675 h 4876147"/>
                <a:gd name="connsiteX37" fmla="*/ 3295793 w 4208002"/>
                <a:gd name="connsiteY37" fmla="*/ 4390655 h 4876147"/>
                <a:gd name="connsiteX38" fmla="*/ 3275701 w 4208002"/>
                <a:gd name="connsiteY38" fmla="*/ 4103064 h 4876147"/>
                <a:gd name="connsiteX39" fmla="*/ 3290455 w 4208002"/>
                <a:gd name="connsiteY39" fmla="*/ 4056726 h 4876147"/>
                <a:gd name="connsiteX40" fmla="*/ 3480625 w 4208002"/>
                <a:gd name="connsiteY40" fmla="*/ 3702853 h 4876147"/>
                <a:gd name="connsiteX41" fmla="*/ 3506352 w 4208002"/>
                <a:gd name="connsiteY41" fmla="*/ 3379156 h 4876147"/>
                <a:gd name="connsiteX42" fmla="*/ 3517399 w 4208002"/>
                <a:gd name="connsiteY42" fmla="*/ 3347127 h 4876147"/>
                <a:gd name="connsiteX43" fmla="*/ 3645885 w 4208002"/>
                <a:gd name="connsiteY43" fmla="*/ 3182239 h 4876147"/>
                <a:gd name="connsiteX44" fmla="*/ 3899223 w 4208002"/>
                <a:gd name="connsiteY44" fmla="*/ 2657398 h 4876147"/>
                <a:gd name="connsiteX45" fmla="*/ 3993604 w 4208002"/>
                <a:gd name="connsiteY45" fmla="*/ 2193649 h 4876147"/>
                <a:gd name="connsiteX46" fmla="*/ 4023186 w 4208002"/>
                <a:gd name="connsiteY46" fmla="*/ 2135226 h 4876147"/>
                <a:gd name="connsiteX47" fmla="*/ 4199121 w 4208002"/>
                <a:gd name="connsiteY47" fmla="*/ 1915399 h 4876147"/>
                <a:gd name="connsiteX48" fmla="*/ 4200975 w 4208002"/>
                <a:gd name="connsiteY48" fmla="*/ 1873213 h 4876147"/>
                <a:gd name="connsiteX0" fmla="*/ 4200975 w 4208002"/>
                <a:gd name="connsiteY0" fmla="*/ 1873213 h 4876147"/>
                <a:gd name="connsiteX1" fmla="*/ 4036605 w 4208002"/>
                <a:gd name="connsiteY1" fmla="*/ 1470037 h 4876147"/>
                <a:gd name="connsiteX2" fmla="*/ 3942002 w 4208002"/>
                <a:gd name="connsiteY2" fmla="*/ 1022228 h 4876147"/>
                <a:gd name="connsiteX3" fmla="*/ 3759320 w 4208002"/>
                <a:gd name="connsiteY3" fmla="*/ 425397 h 4876147"/>
                <a:gd name="connsiteX4" fmla="*/ 3515694 w 4208002"/>
                <a:gd name="connsiteY4" fmla="*/ 116675 h 4876147"/>
                <a:gd name="connsiteX5" fmla="*/ 3016283 w 4208002"/>
                <a:gd name="connsiteY5" fmla="*/ 12804 h 4876147"/>
                <a:gd name="connsiteX6" fmla="*/ 2699332 w 4208002"/>
                <a:gd name="connsiteY6" fmla="*/ 117491 h 4876147"/>
                <a:gd name="connsiteX7" fmla="*/ 1089519 w 4208002"/>
                <a:gd name="connsiteY7" fmla="*/ 448677 h 4876147"/>
                <a:gd name="connsiteX8" fmla="*/ 540879 w 4208002"/>
                <a:gd name="connsiteY8" fmla="*/ 567301 h 4876147"/>
                <a:gd name="connsiteX9" fmla="*/ 141854 w 4208002"/>
                <a:gd name="connsiteY9" fmla="*/ 2278021 h 4876147"/>
                <a:gd name="connsiteX10" fmla="*/ 0 w 4208002"/>
                <a:gd name="connsiteY10" fmla="*/ 2480520 h 4876147"/>
                <a:gd name="connsiteX11" fmla="*/ 107564 w 4208002"/>
                <a:gd name="connsiteY11" fmla="*/ 2586793 h 4876147"/>
                <a:gd name="connsiteX12" fmla="*/ 482159 w 4208002"/>
                <a:gd name="connsiteY12" fmla="*/ 2860394 h 4876147"/>
                <a:gd name="connsiteX13" fmla="*/ 495356 w 4208002"/>
                <a:gd name="connsiteY13" fmla="*/ 2894277 h 4876147"/>
                <a:gd name="connsiteX14" fmla="*/ 452503 w 4208002"/>
                <a:gd name="connsiteY14" fmla="*/ 3123593 h 4876147"/>
                <a:gd name="connsiteX15" fmla="*/ 352413 w 4208002"/>
                <a:gd name="connsiteY15" fmla="*/ 3432611 h 4876147"/>
                <a:gd name="connsiteX16" fmla="*/ 262777 w 4208002"/>
                <a:gd name="connsiteY16" fmla="*/ 3667859 h 4876147"/>
                <a:gd name="connsiteX17" fmla="*/ 218738 w 4208002"/>
                <a:gd name="connsiteY17" fmla="*/ 3675051 h 4876147"/>
                <a:gd name="connsiteX18" fmla="*/ 100484 w 4208002"/>
                <a:gd name="connsiteY18" fmla="*/ 3554202 h 4876147"/>
                <a:gd name="connsiteX19" fmla="*/ 81207 w 4208002"/>
                <a:gd name="connsiteY19" fmla="*/ 3541004 h 4876147"/>
                <a:gd name="connsiteX20" fmla="*/ 83654 w 4208002"/>
                <a:gd name="connsiteY20" fmla="*/ 3556055 h 4876147"/>
                <a:gd name="connsiteX21" fmla="*/ 179295 w 4208002"/>
                <a:gd name="connsiteY21" fmla="*/ 3695069 h 4876147"/>
                <a:gd name="connsiteX22" fmla="*/ 347668 w 4208002"/>
                <a:gd name="connsiteY22" fmla="*/ 3837122 h 4876147"/>
                <a:gd name="connsiteX23" fmla="*/ 349225 w 4208002"/>
                <a:gd name="connsiteY23" fmla="*/ 3857510 h 4876147"/>
                <a:gd name="connsiteX24" fmla="*/ 300441 w 4208002"/>
                <a:gd name="connsiteY24" fmla="*/ 3943662 h 4876147"/>
                <a:gd name="connsiteX25" fmla="*/ 326242 w 4208002"/>
                <a:gd name="connsiteY25" fmla="*/ 4170309 h 4876147"/>
                <a:gd name="connsiteX26" fmla="*/ 319198 w 4208002"/>
                <a:gd name="connsiteY26" fmla="*/ 4195665 h 4876147"/>
                <a:gd name="connsiteX27" fmla="*/ 101003 w 4208002"/>
                <a:gd name="connsiteY27" fmla="*/ 4421349 h 4876147"/>
                <a:gd name="connsiteX28" fmla="*/ 95961 w 4208002"/>
                <a:gd name="connsiteY28" fmla="*/ 4457085 h 4876147"/>
                <a:gd name="connsiteX29" fmla="*/ 137183 w 4208002"/>
                <a:gd name="connsiteY29" fmla="*/ 4535304 h 4876147"/>
                <a:gd name="connsiteX30" fmla="*/ 146006 w 4208002"/>
                <a:gd name="connsiteY30" fmla="*/ 4568370 h 4876147"/>
                <a:gd name="connsiteX31" fmla="*/ 235123 w 4208002"/>
                <a:gd name="connsiteY31" fmla="*/ 4739635 h 4876147"/>
                <a:gd name="connsiteX32" fmla="*/ 274269 w 4208002"/>
                <a:gd name="connsiteY32" fmla="*/ 4802580 h 4876147"/>
                <a:gd name="connsiteX33" fmla="*/ 298365 w 4208002"/>
                <a:gd name="connsiteY33" fmla="*/ 4803470 h 4876147"/>
                <a:gd name="connsiteX34" fmla="*/ 3378572 w 4208002"/>
                <a:gd name="connsiteY34" fmla="*/ 4876147 h 4876147"/>
                <a:gd name="connsiteX35" fmla="*/ 3244488 w 4208002"/>
                <a:gd name="connsiteY35" fmla="*/ 4509503 h 4876147"/>
                <a:gd name="connsiteX36" fmla="*/ 3285487 w 4208002"/>
                <a:gd name="connsiteY36" fmla="*/ 4453675 h 4876147"/>
                <a:gd name="connsiteX37" fmla="*/ 3295793 w 4208002"/>
                <a:gd name="connsiteY37" fmla="*/ 4390655 h 4876147"/>
                <a:gd name="connsiteX38" fmla="*/ 3275701 w 4208002"/>
                <a:gd name="connsiteY38" fmla="*/ 4103064 h 4876147"/>
                <a:gd name="connsiteX39" fmla="*/ 3290455 w 4208002"/>
                <a:gd name="connsiteY39" fmla="*/ 4056726 h 4876147"/>
                <a:gd name="connsiteX40" fmla="*/ 3480625 w 4208002"/>
                <a:gd name="connsiteY40" fmla="*/ 3702853 h 4876147"/>
                <a:gd name="connsiteX41" fmla="*/ 3506352 w 4208002"/>
                <a:gd name="connsiteY41" fmla="*/ 3379156 h 4876147"/>
                <a:gd name="connsiteX42" fmla="*/ 3517399 w 4208002"/>
                <a:gd name="connsiteY42" fmla="*/ 3347127 h 4876147"/>
                <a:gd name="connsiteX43" fmla="*/ 3645885 w 4208002"/>
                <a:gd name="connsiteY43" fmla="*/ 3182239 h 4876147"/>
                <a:gd name="connsiteX44" fmla="*/ 3899223 w 4208002"/>
                <a:gd name="connsiteY44" fmla="*/ 2657398 h 4876147"/>
                <a:gd name="connsiteX45" fmla="*/ 3993604 w 4208002"/>
                <a:gd name="connsiteY45" fmla="*/ 2193649 h 4876147"/>
                <a:gd name="connsiteX46" fmla="*/ 4023186 w 4208002"/>
                <a:gd name="connsiteY46" fmla="*/ 2135226 h 4876147"/>
                <a:gd name="connsiteX47" fmla="*/ 4199121 w 4208002"/>
                <a:gd name="connsiteY47" fmla="*/ 1915399 h 4876147"/>
                <a:gd name="connsiteX48" fmla="*/ 4200975 w 4208002"/>
                <a:gd name="connsiteY48" fmla="*/ 1873213 h 4876147"/>
                <a:gd name="connsiteX0" fmla="*/ 4200975 w 4208002"/>
                <a:gd name="connsiteY0" fmla="*/ 1873213 h 4876147"/>
                <a:gd name="connsiteX1" fmla="*/ 4036605 w 4208002"/>
                <a:gd name="connsiteY1" fmla="*/ 1470037 h 4876147"/>
                <a:gd name="connsiteX2" fmla="*/ 3942002 w 4208002"/>
                <a:gd name="connsiteY2" fmla="*/ 1022228 h 4876147"/>
                <a:gd name="connsiteX3" fmla="*/ 3759320 w 4208002"/>
                <a:gd name="connsiteY3" fmla="*/ 425397 h 4876147"/>
                <a:gd name="connsiteX4" fmla="*/ 3515694 w 4208002"/>
                <a:gd name="connsiteY4" fmla="*/ 116675 h 4876147"/>
                <a:gd name="connsiteX5" fmla="*/ 3016283 w 4208002"/>
                <a:gd name="connsiteY5" fmla="*/ 12804 h 4876147"/>
                <a:gd name="connsiteX6" fmla="*/ 2699332 w 4208002"/>
                <a:gd name="connsiteY6" fmla="*/ 117491 h 4876147"/>
                <a:gd name="connsiteX7" fmla="*/ 1089519 w 4208002"/>
                <a:gd name="connsiteY7" fmla="*/ 448677 h 4876147"/>
                <a:gd name="connsiteX8" fmla="*/ 540879 w 4208002"/>
                <a:gd name="connsiteY8" fmla="*/ 567301 h 4876147"/>
                <a:gd name="connsiteX9" fmla="*/ 141854 w 4208002"/>
                <a:gd name="connsiteY9" fmla="*/ 2278021 h 4876147"/>
                <a:gd name="connsiteX10" fmla="*/ 0 w 4208002"/>
                <a:gd name="connsiteY10" fmla="*/ 2480520 h 4876147"/>
                <a:gd name="connsiteX11" fmla="*/ 107564 w 4208002"/>
                <a:gd name="connsiteY11" fmla="*/ 2586793 h 4876147"/>
                <a:gd name="connsiteX12" fmla="*/ 482159 w 4208002"/>
                <a:gd name="connsiteY12" fmla="*/ 2860394 h 4876147"/>
                <a:gd name="connsiteX13" fmla="*/ 495356 w 4208002"/>
                <a:gd name="connsiteY13" fmla="*/ 2894277 h 4876147"/>
                <a:gd name="connsiteX14" fmla="*/ 452503 w 4208002"/>
                <a:gd name="connsiteY14" fmla="*/ 3123593 h 4876147"/>
                <a:gd name="connsiteX15" fmla="*/ 352413 w 4208002"/>
                <a:gd name="connsiteY15" fmla="*/ 3432611 h 4876147"/>
                <a:gd name="connsiteX16" fmla="*/ 262777 w 4208002"/>
                <a:gd name="connsiteY16" fmla="*/ 3667859 h 4876147"/>
                <a:gd name="connsiteX17" fmla="*/ 218738 w 4208002"/>
                <a:gd name="connsiteY17" fmla="*/ 3675051 h 4876147"/>
                <a:gd name="connsiteX18" fmla="*/ 100484 w 4208002"/>
                <a:gd name="connsiteY18" fmla="*/ 3554202 h 4876147"/>
                <a:gd name="connsiteX19" fmla="*/ 81207 w 4208002"/>
                <a:gd name="connsiteY19" fmla="*/ 3541004 h 4876147"/>
                <a:gd name="connsiteX20" fmla="*/ 83654 w 4208002"/>
                <a:gd name="connsiteY20" fmla="*/ 3556055 h 4876147"/>
                <a:gd name="connsiteX21" fmla="*/ 179295 w 4208002"/>
                <a:gd name="connsiteY21" fmla="*/ 3695069 h 4876147"/>
                <a:gd name="connsiteX22" fmla="*/ 347668 w 4208002"/>
                <a:gd name="connsiteY22" fmla="*/ 3837122 h 4876147"/>
                <a:gd name="connsiteX23" fmla="*/ 349225 w 4208002"/>
                <a:gd name="connsiteY23" fmla="*/ 3857510 h 4876147"/>
                <a:gd name="connsiteX24" fmla="*/ 300441 w 4208002"/>
                <a:gd name="connsiteY24" fmla="*/ 3943662 h 4876147"/>
                <a:gd name="connsiteX25" fmla="*/ 326242 w 4208002"/>
                <a:gd name="connsiteY25" fmla="*/ 4170309 h 4876147"/>
                <a:gd name="connsiteX26" fmla="*/ 319198 w 4208002"/>
                <a:gd name="connsiteY26" fmla="*/ 4195665 h 4876147"/>
                <a:gd name="connsiteX27" fmla="*/ 101003 w 4208002"/>
                <a:gd name="connsiteY27" fmla="*/ 4421349 h 4876147"/>
                <a:gd name="connsiteX28" fmla="*/ 95961 w 4208002"/>
                <a:gd name="connsiteY28" fmla="*/ 4457085 h 4876147"/>
                <a:gd name="connsiteX29" fmla="*/ 137183 w 4208002"/>
                <a:gd name="connsiteY29" fmla="*/ 4535304 h 4876147"/>
                <a:gd name="connsiteX30" fmla="*/ 146006 w 4208002"/>
                <a:gd name="connsiteY30" fmla="*/ 4568370 h 4876147"/>
                <a:gd name="connsiteX31" fmla="*/ 235123 w 4208002"/>
                <a:gd name="connsiteY31" fmla="*/ 4739635 h 4876147"/>
                <a:gd name="connsiteX32" fmla="*/ 274269 w 4208002"/>
                <a:gd name="connsiteY32" fmla="*/ 4802580 h 4876147"/>
                <a:gd name="connsiteX33" fmla="*/ 298365 w 4208002"/>
                <a:gd name="connsiteY33" fmla="*/ 4803470 h 4876147"/>
                <a:gd name="connsiteX34" fmla="*/ 3378572 w 4208002"/>
                <a:gd name="connsiteY34" fmla="*/ 4876147 h 4876147"/>
                <a:gd name="connsiteX35" fmla="*/ 3244488 w 4208002"/>
                <a:gd name="connsiteY35" fmla="*/ 4509503 h 4876147"/>
                <a:gd name="connsiteX36" fmla="*/ 3285487 w 4208002"/>
                <a:gd name="connsiteY36" fmla="*/ 4453675 h 4876147"/>
                <a:gd name="connsiteX37" fmla="*/ 3295793 w 4208002"/>
                <a:gd name="connsiteY37" fmla="*/ 4390655 h 4876147"/>
                <a:gd name="connsiteX38" fmla="*/ 3275701 w 4208002"/>
                <a:gd name="connsiteY38" fmla="*/ 4103064 h 4876147"/>
                <a:gd name="connsiteX39" fmla="*/ 3290455 w 4208002"/>
                <a:gd name="connsiteY39" fmla="*/ 4056726 h 4876147"/>
                <a:gd name="connsiteX40" fmla="*/ 3480625 w 4208002"/>
                <a:gd name="connsiteY40" fmla="*/ 3702853 h 4876147"/>
                <a:gd name="connsiteX41" fmla="*/ 3506352 w 4208002"/>
                <a:gd name="connsiteY41" fmla="*/ 3379156 h 4876147"/>
                <a:gd name="connsiteX42" fmla="*/ 3517399 w 4208002"/>
                <a:gd name="connsiteY42" fmla="*/ 3347127 h 4876147"/>
                <a:gd name="connsiteX43" fmla="*/ 3645885 w 4208002"/>
                <a:gd name="connsiteY43" fmla="*/ 3182239 h 4876147"/>
                <a:gd name="connsiteX44" fmla="*/ 3899223 w 4208002"/>
                <a:gd name="connsiteY44" fmla="*/ 2657398 h 4876147"/>
                <a:gd name="connsiteX45" fmla="*/ 3993604 w 4208002"/>
                <a:gd name="connsiteY45" fmla="*/ 2193649 h 4876147"/>
                <a:gd name="connsiteX46" fmla="*/ 4023186 w 4208002"/>
                <a:gd name="connsiteY46" fmla="*/ 2135226 h 4876147"/>
                <a:gd name="connsiteX47" fmla="*/ 4199121 w 4208002"/>
                <a:gd name="connsiteY47" fmla="*/ 1915399 h 4876147"/>
                <a:gd name="connsiteX48" fmla="*/ 4200975 w 4208002"/>
                <a:gd name="connsiteY48" fmla="*/ 1873213 h 4876147"/>
                <a:gd name="connsiteX0" fmla="*/ 4200975 w 4208002"/>
                <a:gd name="connsiteY0" fmla="*/ 1873213 h 4876147"/>
                <a:gd name="connsiteX1" fmla="*/ 4036605 w 4208002"/>
                <a:gd name="connsiteY1" fmla="*/ 1470037 h 4876147"/>
                <a:gd name="connsiteX2" fmla="*/ 3942002 w 4208002"/>
                <a:gd name="connsiteY2" fmla="*/ 1022228 h 4876147"/>
                <a:gd name="connsiteX3" fmla="*/ 3759320 w 4208002"/>
                <a:gd name="connsiteY3" fmla="*/ 425397 h 4876147"/>
                <a:gd name="connsiteX4" fmla="*/ 3515694 w 4208002"/>
                <a:gd name="connsiteY4" fmla="*/ 116675 h 4876147"/>
                <a:gd name="connsiteX5" fmla="*/ 3016283 w 4208002"/>
                <a:gd name="connsiteY5" fmla="*/ 12804 h 4876147"/>
                <a:gd name="connsiteX6" fmla="*/ 2699332 w 4208002"/>
                <a:gd name="connsiteY6" fmla="*/ 117491 h 4876147"/>
                <a:gd name="connsiteX7" fmla="*/ 1089519 w 4208002"/>
                <a:gd name="connsiteY7" fmla="*/ 448677 h 4876147"/>
                <a:gd name="connsiteX8" fmla="*/ 540879 w 4208002"/>
                <a:gd name="connsiteY8" fmla="*/ 567301 h 4876147"/>
                <a:gd name="connsiteX9" fmla="*/ 141854 w 4208002"/>
                <a:gd name="connsiteY9" fmla="*/ 2278021 h 4876147"/>
                <a:gd name="connsiteX10" fmla="*/ 0 w 4208002"/>
                <a:gd name="connsiteY10" fmla="*/ 2480520 h 4876147"/>
                <a:gd name="connsiteX11" fmla="*/ 107564 w 4208002"/>
                <a:gd name="connsiteY11" fmla="*/ 2586793 h 4876147"/>
                <a:gd name="connsiteX12" fmla="*/ 482159 w 4208002"/>
                <a:gd name="connsiteY12" fmla="*/ 2860394 h 4876147"/>
                <a:gd name="connsiteX13" fmla="*/ 495356 w 4208002"/>
                <a:gd name="connsiteY13" fmla="*/ 2894277 h 4876147"/>
                <a:gd name="connsiteX14" fmla="*/ 452503 w 4208002"/>
                <a:gd name="connsiteY14" fmla="*/ 3123593 h 4876147"/>
                <a:gd name="connsiteX15" fmla="*/ 352413 w 4208002"/>
                <a:gd name="connsiteY15" fmla="*/ 3432611 h 4876147"/>
                <a:gd name="connsiteX16" fmla="*/ 262777 w 4208002"/>
                <a:gd name="connsiteY16" fmla="*/ 3667859 h 4876147"/>
                <a:gd name="connsiteX17" fmla="*/ 218738 w 4208002"/>
                <a:gd name="connsiteY17" fmla="*/ 3675051 h 4876147"/>
                <a:gd name="connsiteX18" fmla="*/ 100484 w 4208002"/>
                <a:gd name="connsiteY18" fmla="*/ 3554202 h 4876147"/>
                <a:gd name="connsiteX19" fmla="*/ 81207 w 4208002"/>
                <a:gd name="connsiteY19" fmla="*/ 3541004 h 4876147"/>
                <a:gd name="connsiteX20" fmla="*/ 83654 w 4208002"/>
                <a:gd name="connsiteY20" fmla="*/ 3556055 h 4876147"/>
                <a:gd name="connsiteX21" fmla="*/ 179295 w 4208002"/>
                <a:gd name="connsiteY21" fmla="*/ 3695069 h 4876147"/>
                <a:gd name="connsiteX22" fmla="*/ 347668 w 4208002"/>
                <a:gd name="connsiteY22" fmla="*/ 3837122 h 4876147"/>
                <a:gd name="connsiteX23" fmla="*/ 349225 w 4208002"/>
                <a:gd name="connsiteY23" fmla="*/ 3857510 h 4876147"/>
                <a:gd name="connsiteX24" fmla="*/ 300441 w 4208002"/>
                <a:gd name="connsiteY24" fmla="*/ 3943662 h 4876147"/>
                <a:gd name="connsiteX25" fmla="*/ 326242 w 4208002"/>
                <a:gd name="connsiteY25" fmla="*/ 4170309 h 4876147"/>
                <a:gd name="connsiteX26" fmla="*/ 319198 w 4208002"/>
                <a:gd name="connsiteY26" fmla="*/ 4195665 h 4876147"/>
                <a:gd name="connsiteX27" fmla="*/ 101003 w 4208002"/>
                <a:gd name="connsiteY27" fmla="*/ 4421349 h 4876147"/>
                <a:gd name="connsiteX28" fmla="*/ 95961 w 4208002"/>
                <a:gd name="connsiteY28" fmla="*/ 4457085 h 4876147"/>
                <a:gd name="connsiteX29" fmla="*/ 137183 w 4208002"/>
                <a:gd name="connsiteY29" fmla="*/ 4535304 h 4876147"/>
                <a:gd name="connsiteX30" fmla="*/ 146006 w 4208002"/>
                <a:gd name="connsiteY30" fmla="*/ 4568370 h 4876147"/>
                <a:gd name="connsiteX31" fmla="*/ 235123 w 4208002"/>
                <a:gd name="connsiteY31" fmla="*/ 4739635 h 4876147"/>
                <a:gd name="connsiteX32" fmla="*/ 274269 w 4208002"/>
                <a:gd name="connsiteY32" fmla="*/ 4802580 h 4876147"/>
                <a:gd name="connsiteX33" fmla="*/ 146005 w 4208002"/>
                <a:gd name="connsiteY33" fmla="*/ 4803469 h 4876147"/>
                <a:gd name="connsiteX34" fmla="*/ 3378572 w 4208002"/>
                <a:gd name="connsiteY34" fmla="*/ 4876147 h 4876147"/>
                <a:gd name="connsiteX35" fmla="*/ 3244488 w 4208002"/>
                <a:gd name="connsiteY35" fmla="*/ 4509503 h 4876147"/>
                <a:gd name="connsiteX36" fmla="*/ 3285487 w 4208002"/>
                <a:gd name="connsiteY36" fmla="*/ 4453675 h 4876147"/>
                <a:gd name="connsiteX37" fmla="*/ 3295793 w 4208002"/>
                <a:gd name="connsiteY37" fmla="*/ 4390655 h 4876147"/>
                <a:gd name="connsiteX38" fmla="*/ 3275701 w 4208002"/>
                <a:gd name="connsiteY38" fmla="*/ 4103064 h 4876147"/>
                <a:gd name="connsiteX39" fmla="*/ 3290455 w 4208002"/>
                <a:gd name="connsiteY39" fmla="*/ 4056726 h 4876147"/>
                <a:gd name="connsiteX40" fmla="*/ 3480625 w 4208002"/>
                <a:gd name="connsiteY40" fmla="*/ 3702853 h 4876147"/>
                <a:gd name="connsiteX41" fmla="*/ 3506352 w 4208002"/>
                <a:gd name="connsiteY41" fmla="*/ 3379156 h 4876147"/>
                <a:gd name="connsiteX42" fmla="*/ 3517399 w 4208002"/>
                <a:gd name="connsiteY42" fmla="*/ 3347127 h 4876147"/>
                <a:gd name="connsiteX43" fmla="*/ 3645885 w 4208002"/>
                <a:gd name="connsiteY43" fmla="*/ 3182239 h 4876147"/>
                <a:gd name="connsiteX44" fmla="*/ 3899223 w 4208002"/>
                <a:gd name="connsiteY44" fmla="*/ 2657398 h 4876147"/>
                <a:gd name="connsiteX45" fmla="*/ 3993604 w 4208002"/>
                <a:gd name="connsiteY45" fmla="*/ 2193649 h 4876147"/>
                <a:gd name="connsiteX46" fmla="*/ 4023186 w 4208002"/>
                <a:gd name="connsiteY46" fmla="*/ 2135226 h 4876147"/>
                <a:gd name="connsiteX47" fmla="*/ 4199121 w 4208002"/>
                <a:gd name="connsiteY47" fmla="*/ 1915399 h 4876147"/>
                <a:gd name="connsiteX48" fmla="*/ 4200975 w 4208002"/>
                <a:gd name="connsiteY48" fmla="*/ 1873213 h 4876147"/>
                <a:gd name="connsiteX0" fmla="*/ 4266763 w 4273790"/>
                <a:gd name="connsiteY0" fmla="*/ 1873213 h 4876147"/>
                <a:gd name="connsiteX1" fmla="*/ 4102393 w 4273790"/>
                <a:gd name="connsiteY1" fmla="*/ 1470037 h 4876147"/>
                <a:gd name="connsiteX2" fmla="*/ 4007790 w 4273790"/>
                <a:gd name="connsiteY2" fmla="*/ 1022228 h 4876147"/>
                <a:gd name="connsiteX3" fmla="*/ 3825108 w 4273790"/>
                <a:gd name="connsiteY3" fmla="*/ 425397 h 4876147"/>
                <a:gd name="connsiteX4" fmla="*/ 3581482 w 4273790"/>
                <a:gd name="connsiteY4" fmla="*/ 116675 h 4876147"/>
                <a:gd name="connsiteX5" fmla="*/ 3082071 w 4273790"/>
                <a:gd name="connsiteY5" fmla="*/ 12804 h 4876147"/>
                <a:gd name="connsiteX6" fmla="*/ 2765120 w 4273790"/>
                <a:gd name="connsiteY6" fmla="*/ 117491 h 4876147"/>
                <a:gd name="connsiteX7" fmla="*/ 1155307 w 4273790"/>
                <a:gd name="connsiteY7" fmla="*/ 448677 h 4876147"/>
                <a:gd name="connsiteX8" fmla="*/ 606667 w 4273790"/>
                <a:gd name="connsiteY8" fmla="*/ 567301 h 4876147"/>
                <a:gd name="connsiteX9" fmla="*/ 207642 w 4273790"/>
                <a:gd name="connsiteY9" fmla="*/ 2278021 h 4876147"/>
                <a:gd name="connsiteX10" fmla="*/ 65788 w 4273790"/>
                <a:gd name="connsiteY10" fmla="*/ 2480520 h 4876147"/>
                <a:gd name="connsiteX11" fmla="*/ 173352 w 4273790"/>
                <a:gd name="connsiteY11" fmla="*/ 2586793 h 4876147"/>
                <a:gd name="connsiteX12" fmla="*/ 547947 w 4273790"/>
                <a:gd name="connsiteY12" fmla="*/ 2860394 h 4876147"/>
                <a:gd name="connsiteX13" fmla="*/ 561144 w 4273790"/>
                <a:gd name="connsiteY13" fmla="*/ 2894277 h 4876147"/>
                <a:gd name="connsiteX14" fmla="*/ 518291 w 4273790"/>
                <a:gd name="connsiteY14" fmla="*/ 3123593 h 4876147"/>
                <a:gd name="connsiteX15" fmla="*/ 418201 w 4273790"/>
                <a:gd name="connsiteY15" fmla="*/ 3432611 h 4876147"/>
                <a:gd name="connsiteX16" fmla="*/ 328565 w 4273790"/>
                <a:gd name="connsiteY16" fmla="*/ 3667859 h 4876147"/>
                <a:gd name="connsiteX17" fmla="*/ 284526 w 4273790"/>
                <a:gd name="connsiteY17" fmla="*/ 3675051 h 4876147"/>
                <a:gd name="connsiteX18" fmla="*/ 166272 w 4273790"/>
                <a:gd name="connsiteY18" fmla="*/ 3554202 h 4876147"/>
                <a:gd name="connsiteX19" fmla="*/ 146995 w 4273790"/>
                <a:gd name="connsiteY19" fmla="*/ 3541004 h 4876147"/>
                <a:gd name="connsiteX20" fmla="*/ 149442 w 4273790"/>
                <a:gd name="connsiteY20" fmla="*/ 3556055 h 4876147"/>
                <a:gd name="connsiteX21" fmla="*/ 245083 w 4273790"/>
                <a:gd name="connsiteY21" fmla="*/ 3695069 h 4876147"/>
                <a:gd name="connsiteX22" fmla="*/ 413456 w 4273790"/>
                <a:gd name="connsiteY22" fmla="*/ 3837122 h 4876147"/>
                <a:gd name="connsiteX23" fmla="*/ 415013 w 4273790"/>
                <a:gd name="connsiteY23" fmla="*/ 3857510 h 4876147"/>
                <a:gd name="connsiteX24" fmla="*/ 366229 w 4273790"/>
                <a:gd name="connsiteY24" fmla="*/ 3943662 h 4876147"/>
                <a:gd name="connsiteX25" fmla="*/ 392030 w 4273790"/>
                <a:gd name="connsiteY25" fmla="*/ 4170309 h 4876147"/>
                <a:gd name="connsiteX26" fmla="*/ 384986 w 4273790"/>
                <a:gd name="connsiteY26" fmla="*/ 4195665 h 4876147"/>
                <a:gd name="connsiteX27" fmla="*/ 166791 w 4273790"/>
                <a:gd name="connsiteY27" fmla="*/ 4421349 h 4876147"/>
                <a:gd name="connsiteX28" fmla="*/ 161749 w 4273790"/>
                <a:gd name="connsiteY28" fmla="*/ 4457085 h 4876147"/>
                <a:gd name="connsiteX29" fmla="*/ 202971 w 4273790"/>
                <a:gd name="connsiteY29" fmla="*/ 4535304 h 4876147"/>
                <a:gd name="connsiteX30" fmla="*/ 211794 w 4273790"/>
                <a:gd name="connsiteY30" fmla="*/ 4568370 h 4876147"/>
                <a:gd name="connsiteX31" fmla="*/ 300911 w 4273790"/>
                <a:gd name="connsiteY31" fmla="*/ 4739635 h 4876147"/>
                <a:gd name="connsiteX32" fmla="*/ 211793 w 4273790"/>
                <a:gd name="connsiteY32" fmla="*/ 4803469 h 4876147"/>
                <a:gd name="connsiteX33" fmla="*/ 3444360 w 4273790"/>
                <a:gd name="connsiteY33" fmla="*/ 4876147 h 4876147"/>
                <a:gd name="connsiteX34" fmla="*/ 3310276 w 4273790"/>
                <a:gd name="connsiteY34" fmla="*/ 4509503 h 4876147"/>
                <a:gd name="connsiteX35" fmla="*/ 3351275 w 4273790"/>
                <a:gd name="connsiteY35" fmla="*/ 4453675 h 4876147"/>
                <a:gd name="connsiteX36" fmla="*/ 3361581 w 4273790"/>
                <a:gd name="connsiteY36" fmla="*/ 4390655 h 4876147"/>
                <a:gd name="connsiteX37" fmla="*/ 3341489 w 4273790"/>
                <a:gd name="connsiteY37" fmla="*/ 4103064 h 4876147"/>
                <a:gd name="connsiteX38" fmla="*/ 3356243 w 4273790"/>
                <a:gd name="connsiteY38" fmla="*/ 4056726 h 4876147"/>
                <a:gd name="connsiteX39" fmla="*/ 3546413 w 4273790"/>
                <a:gd name="connsiteY39" fmla="*/ 3702853 h 4876147"/>
                <a:gd name="connsiteX40" fmla="*/ 3572140 w 4273790"/>
                <a:gd name="connsiteY40" fmla="*/ 3379156 h 4876147"/>
                <a:gd name="connsiteX41" fmla="*/ 3583187 w 4273790"/>
                <a:gd name="connsiteY41" fmla="*/ 3347127 h 4876147"/>
                <a:gd name="connsiteX42" fmla="*/ 3711673 w 4273790"/>
                <a:gd name="connsiteY42" fmla="*/ 3182239 h 4876147"/>
                <a:gd name="connsiteX43" fmla="*/ 3965011 w 4273790"/>
                <a:gd name="connsiteY43" fmla="*/ 2657398 h 4876147"/>
                <a:gd name="connsiteX44" fmla="*/ 4059392 w 4273790"/>
                <a:gd name="connsiteY44" fmla="*/ 2193649 h 4876147"/>
                <a:gd name="connsiteX45" fmla="*/ 4088974 w 4273790"/>
                <a:gd name="connsiteY45" fmla="*/ 2135226 h 4876147"/>
                <a:gd name="connsiteX46" fmla="*/ 4264909 w 4273790"/>
                <a:gd name="connsiteY46" fmla="*/ 1915399 h 4876147"/>
                <a:gd name="connsiteX47" fmla="*/ 4266763 w 4273790"/>
                <a:gd name="connsiteY47" fmla="*/ 1873213 h 4876147"/>
                <a:gd name="connsiteX0" fmla="*/ 4294093 w 4301120"/>
                <a:gd name="connsiteY0" fmla="*/ 1873213 h 4876147"/>
                <a:gd name="connsiteX1" fmla="*/ 4129723 w 4301120"/>
                <a:gd name="connsiteY1" fmla="*/ 1470037 h 4876147"/>
                <a:gd name="connsiteX2" fmla="*/ 4035120 w 4301120"/>
                <a:gd name="connsiteY2" fmla="*/ 1022228 h 4876147"/>
                <a:gd name="connsiteX3" fmla="*/ 3852438 w 4301120"/>
                <a:gd name="connsiteY3" fmla="*/ 425397 h 4876147"/>
                <a:gd name="connsiteX4" fmla="*/ 3608812 w 4301120"/>
                <a:gd name="connsiteY4" fmla="*/ 116675 h 4876147"/>
                <a:gd name="connsiteX5" fmla="*/ 3109401 w 4301120"/>
                <a:gd name="connsiteY5" fmla="*/ 12804 h 4876147"/>
                <a:gd name="connsiteX6" fmla="*/ 2792450 w 4301120"/>
                <a:gd name="connsiteY6" fmla="*/ 117491 h 4876147"/>
                <a:gd name="connsiteX7" fmla="*/ 1182637 w 4301120"/>
                <a:gd name="connsiteY7" fmla="*/ 448677 h 4876147"/>
                <a:gd name="connsiteX8" fmla="*/ 633997 w 4301120"/>
                <a:gd name="connsiteY8" fmla="*/ 567301 h 4876147"/>
                <a:gd name="connsiteX9" fmla="*/ 234972 w 4301120"/>
                <a:gd name="connsiteY9" fmla="*/ 2278021 h 4876147"/>
                <a:gd name="connsiteX10" fmla="*/ 93118 w 4301120"/>
                <a:gd name="connsiteY10" fmla="*/ 2480520 h 4876147"/>
                <a:gd name="connsiteX11" fmla="*/ 200682 w 4301120"/>
                <a:gd name="connsiteY11" fmla="*/ 2586793 h 4876147"/>
                <a:gd name="connsiteX12" fmla="*/ 575277 w 4301120"/>
                <a:gd name="connsiteY12" fmla="*/ 2860394 h 4876147"/>
                <a:gd name="connsiteX13" fmla="*/ 588474 w 4301120"/>
                <a:gd name="connsiteY13" fmla="*/ 2894277 h 4876147"/>
                <a:gd name="connsiteX14" fmla="*/ 545621 w 4301120"/>
                <a:gd name="connsiteY14" fmla="*/ 3123593 h 4876147"/>
                <a:gd name="connsiteX15" fmla="*/ 445531 w 4301120"/>
                <a:gd name="connsiteY15" fmla="*/ 3432611 h 4876147"/>
                <a:gd name="connsiteX16" fmla="*/ 355895 w 4301120"/>
                <a:gd name="connsiteY16" fmla="*/ 3667859 h 4876147"/>
                <a:gd name="connsiteX17" fmla="*/ 311856 w 4301120"/>
                <a:gd name="connsiteY17" fmla="*/ 3675051 h 4876147"/>
                <a:gd name="connsiteX18" fmla="*/ 193602 w 4301120"/>
                <a:gd name="connsiteY18" fmla="*/ 3554202 h 4876147"/>
                <a:gd name="connsiteX19" fmla="*/ 174325 w 4301120"/>
                <a:gd name="connsiteY19" fmla="*/ 3541004 h 4876147"/>
                <a:gd name="connsiteX20" fmla="*/ 176772 w 4301120"/>
                <a:gd name="connsiteY20" fmla="*/ 3556055 h 4876147"/>
                <a:gd name="connsiteX21" fmla="*/ 272413 w 4301120"/>
                <a:gd name="connsiteY21" fmla="*/ 3695069 h 4876147"/>
                <a:gd name="connsiteX22" fmla="*/ 440786 w 4301120"/>
                <a:gd name="connsiteY22" fmla="*/ 3837122 h 4876147"/>
                <a:gd name="connsiteX23" fmla="*/ 442343 w 4301120"/>
                <a:gd name="connsiteY23" fmla="*/ 3857510 h 4876147"/>
                <a:gd name="connsiteX24" fmla="*/ 393559 w 4301120"/>
                <a:gd name="connsiteY24" fmla="*/ 3943662 h 4876147"/>
                <a:gd name="connsiteX25" fmla="*/ 419360 w 4301120"/>
                <a:gd name="connsiteY25" fmla="*/ 4170309 h 4876147"/>
                <a:gd name="connsiteX26" fmla="*/ 412316 w 4301120"/>
                <a:gd name="connsiteY26" fmla="*/ 4195665 h 4876147"/>
                <a:gd name="connsiteX27" fmla="*/ 194121 w 4301120"/>
                <a:gd name="connsiteY27" fmla="*/ 4421349 h 4876147"/>
                <a:gd name="connsiteX28" fmla="*/ 189079 w 4301120"/>
                <a:gd name="connsiteY28" fmla="*/ 4457085 h 4876147"/>
                <a:gd name="connsiteX29" fmla="*/ 230301 w 4301120"/>
                <a:gd name="connsiteY29" fmla="*/ 4535304 h 4876147"/>
                <a:gd name="connsiteX30" fmla="*/ 239124 w 4301120"/>
                <a:gd name="connsiteY30" fmla="*/ 4568370 h 4876147"/>
                <a:gd name="connsiteX31" fmla="*/ 239123 w 4301120"/>
                <a:gd name="connsiteY31" fmla="*/ 4803469 h 4876147"/>
                <a:gd name="connsiteX32" fmla="*/ 3471690 w 4301120"/>
                <a:gd name="connsiteY32" fmla="*/ 4876147 h 4876147"/>
                <a:gd name="connsiteX33" fmla="*/ 3337606 w 4301120"/>
                <a:gd name="connsiteY33" fmla="*/ 4509503 h 4876147"/>
                <a:gd name="connsiteX34" fmla="*/ 3378605 w 4301120"/>
                <a:gd name="connsiteY34" fmla="*/ 4453675 h 4876147"/>
                <a:gd name="connsiteX35" fmla="*/ 3388911 w 4301120"/>
                <a:gd name="connsiteY35" fmla="*/ 4390655 h 4876147"/>
                <a:gd name="connsiteX36" fmla="*/ 3368819 w 4301120"/>
                <a:gd name="connsiteY36" fmla="*/ 4103064 h 4876147"/>
                <a:gd name="connsiteX37" fmla="*/ 3383573 w 4301120"/>
                <a:gd name="connsiteY37" fmla="*/ 4056726 h 4876147"/>
                <a:gd name="connsiteX38" fmla="*/ 3573743 w 4301120"/>
                <a:gd name="connsiteY38" fmla="*/ 3702853 h 4876147"/>
                <a:gd name="connsiteX39" fmla="*/ 3599470 w 4301120"/>
                <a:gd name="connsiteY39" fmla="*/ 3379156 h 4876147"/>
                <a:gd name="connsiteX40" fmla="*/ 3610517 w 4301120"/>
                <a:gd name="connsiteY40" fmla="*/ 3347127 h 4876147"/>
                <a:gd name="connsiteX41" fmla="*/ 3739003 w 4301120"/>
                <a:gd name="connsiteY41" fmla="*/ 3182239 h 4876147"/>
                <a:gd name="connsiteX42" fmla="*/ 3992341 w 4301120"/>
                <a:gd name="connsiteY42" fmla="*/ 2657398 h 4876147"/>
                <a:gd name="connsiteX43" fmla="*/ 4086722 w 4301120"/>
                <a:gd name="connsiteY43" fmla="*/ 2193649 h 4876147"/>
                <a:gd name="connsiteX44" fmla="*/ 4116304 w 4301120"/>
                <a:gd name="connsiteY44" fmla="*/ 2135226 h 4876147"/>
                <a:gd name="connsiteX45" fmla="*/ 4292239 w 4301120"/>
                <a:gd name="connsiteY45" fmla="*/ 1915399 h 4876147"/>
                <a:gd name="connsiteX46" fmla="*/ 4294093 w 4301120"/>
                <a:gd name="connsiteY46" fmla="*/ 1873213 h 4876147"/>
                <a:gd name="connsiteX0" fmla="*/ 4200975 w 4208002"/>
                <a:gd name="connsiteY0" fmla="*/ 1873213 h 4876147"/>
                <a:gd name="connsiteX1" fmla="*/ 4036605 w 4208002"/>
                <a:gd name="connsiteY1" fmla="*/ 1470037 h 4876147"/>
                <a:gd name="connsiteX2" fmla="*/ 3942002 w 4208002"/>
                <a:gd name="connsiteY2" fmla="*/ 1022228 h 4876147"/>
                <a:gd name="connsiteX3" fmla="*/ 3759320 w 4208002"/>
                <a:gd name="connsiteY3" fmla="*/ 425397 h 4876147"/>
                <a:gd name="connsiteX4" fmla="*/ 3515694 w 4208002"/>
                <a:gd name="connsiteY4" fmla="*/ 116675 h 4876147"/>
                <a:gd name="connsiteX5" fmla="*/ 3016283 w 4208002"/>
                <a:gd name="connsiteY5" fmla="*/ 12804 h 4876147"/>
                <a:gd name="connsiteX6" fmla="*/ 2699332 w 4208002"/>
                <a:gd name="connsiteY6" fmla="*/ 117491 h 4876147"/>
                <a:gd name="connsiteX7" fmla="*/ 1089519 w 4208002"/>
                <a:gd name="connsiteY7" fmla="*/ 448677 h 4876147"/>
                <a:gd name="connsiteX8" fmla="*/ 540879 w 4208002"/>
                <a:gd name="connsiteY8" fmla="*/ 567301 h 4876147"/>
                <a:gd name="connsiteX9" fmla="*/ 141854 w 4208002"/>
                <a:gd name="connsiteY9" fmla="*/ 2278021 h 4876147"/>
                <a:gd name="connsiteX10" fmla="*/ 0 w 4208002"/>
                <a:gd name="connsiteY10" fmla="*/ 2480520 h 4876147"/>
                <a:gd name="connsiteX11" fmla="*/ 107564 w 4208002"/>
                <a:gd name="connsiteY11" fmla="*/ 2586793 h 4876147"/>
                <a:gd name="connsiteX12" fmla="*/ 482159 w 4208002"/>
                <a:gd name="connsiteY12" fmla="*/ 2860394 h 4876147"/>
                <a:gd name="connsiteX13" fmla="*/ 495356 w 4208002"/>
                <a:gd name="connsiteY13" fmla="*/ 2894277 h 4876147"/>
                <a:gd name="connsiteX14" fmla="*/ 452503 w 4208002"/>
                <a:gd name="connsiteY14" fmla="*/ 3123593 h 4876147"/>
                <a:gd name="connsiteX15" fmla="*/ 352413 w 4208002"/>
                <a:gd name="connsiteY15" fmla="*/ 3432611 h 4876147"/>
                <a:gd name="connsiteX16" fmla="*/ 262777 w 4208002"/>
                <a:gd name="connsiteY16" fmla="*/ 3667859 h 4876147"/>
                <a:gd name="connsiteX17" fmla="*/ 218738 w 4208002"/>
                <a:gd name="connsiteY17" fmla="*/ 3675051 h 4876147"/>
                <a:gd name="connsiteX18" fmla="*/ 100484 w 4208002"/>
                <a:gd name="connsiteY18" fmla="*/ 3554202 h 4876147"/>
                <a:gd name="connsiteX19" fmla="*/ 81207 w 4208002"/>
                <a:gd name="connsiteY19" fmla="*/ 3541004 h 4876147"/>
                <a:gd name="connsiteX20" fmla="*/ 83654 w 4208002"/>
                <a:gd name="connsiteY20" fmla="*/ 3556055 h 4876147"/>
                <a:gd name="connsiteX21" fmla="*/ 179295 w 4208002"/>
                <a:gd name="connsiteY21" fmla="*/ 3695069 h 4876147"/>
                <a:gd name="connsiteX22" fmla="*/ 347668 w 4208002"/>
                <a:gd name="connsiteY22" fmla="*/ 3837122 h 4876147"/>
                <a:gd name="connsiteX23" fmla="*/ 349225 w 4208002"/>
                <a:gd name="connsiteY23" fmla="*/ 3857510 h 4876147"/>
                <a:gd name="connsiteX24" fmla="*/ 300441 w 4208002"/>
                <a:gd name="connsiteY24" fmla="*/ 3943662 h 4876147"/>
                <a:gd name="connsiteX25" fmla="*/ 326242 w 4208002"/>
                <a:gd name="connsiteY25" fmla="*/ 4170309 h 4876147"/>
                <a:gd name="connsiteX26" fmla="*/ 319198 w 4208002"/>
                <a:gd name="connsiteY26" fmla="*/ 4195665 h 4876147"/>
                <a:gd name="connsiteX27" fmla="*/ 101003 w 4208002"/>
                <a:gd name="connsiteY27" fmla="*/ 4421349 h 4876147"/>
                <a:gd name="connsiteX28" fmla="*/ 95961 w 4208002"/>
                <a:gd name="connsiteY28" fmla="*/ 4457085 h 4876147"/>
                <a:gd name="connsiteX29" fmla="*/ 137183 w 4208002"/>
                <a:gd name="connsiteY29" fmla="*/ 4535304 h 4876147"/>
                <a:gd name="connsiteX30" fmla="*/ 146006 w 4208002"/>
                <a:gd name="connsiteY30" fmla="*/ 4568370 h 4876147"/>
                <a:gd name="connsiteX31" fmla="*/ 146005 w 4208002"/>
                <a:gd name="connsiteY31" fmla="*/ 4803469 h 4876147"/>
                <a:gd name="connsiteX32" fmla="*/ 3378572 w 4208002"/>
                <a:gd name="connsiteY32" fmla="*/ 4876147 h 4876147"/>
                <a:gd name="connsiteX33" fmla="*/ 3244488 w 4208002"/>
                <a:gd name="connsiteY33" fmla="*/ 4509503 h 4876147"/>
                <a:gd name="connsiteX34" fmla="*/ 3285487 w 4208002"/>
                <a:gd name="connsiteY34" fmla="*/ 4453675 h 4876147"/>
                <a:gd name="connsiteX35" fmla="*/ 3295793 w 4208002"/>
                <a:gd name="connsiteY35" fmla="*/ 4390655 h 4876147"/>
                <a:gd name="connsiteX36" fmla="*/ 3275701 w 4208002"/>
                <a:gd name="connsiteY36" fmla="*/ 4103064 h 4876147"/>
                <a:gd name="connsiteX37" fmla="*/ 3290455 w 4208002"/>
                <a:gd name="connsiteY37" fmla="*/ 4056726 h 4876147"/>
                <a:gd name="connsiteX38" fmla="*/ 3480625 w 4208002"/>
                <a:gd name="connsiteY38" fmla="*/ 3702853 h 4876147"/>
                <a:gd name="connsiteX39" fmla="*/ 3506352 w 4208002"/>
                <a:gd name="connsiteY39" fmla="*/ 3379156 h 4876147"/>
                <a:gd name="connsiteX40" fmla="*/ 3517399 w 4208002"/>
                <a:gd name="connsiteY40" fmla="*/ 3347127 h 4876147"/>
                <a:gd name="connsiteX41" fmla="*/ 3645885 w 4208002"/>
                <a:gd name="connsiteY41" fmla="*/ 3182239 h 4876147"/>
                <a:gd name="connsiteX42" fmla="*/ 3899223 w 4208002"/>
                <a:gd name="connsiteY42" fmla="*/ 2657398 h 4876147"/>
                <a:gd name="connsiteX43" fmla="*/ 3993604 w 4208002"/>
                <a:gd name="connsiteY43" fmla="*/ 2193649 h 4876147"/>
                <a:gd name="connsiteX44" fmla="*/ 4023186 w 4208002"/>
                <a:gd name="connsiteY44" fmla="*/ 2135226 h 4876147"/>
                <a:gd name="connsiteX45" fmla="*/ 4199121 w 4208002"/>
                <a:gd name="connsiteY45" fmla="*/ 1915399 h 4876147"/>
                <a:gd name="connsiteX46" fmla="*/ 4200975 w 4208002"/>
                <a:gd name="connsiteY46" fmla="*/ 1873213 h 4876147"/>
                <a:gd name="connsiteX0" fmla="*/ 4295509 w 4302536"/>
                <a:gd name="connsiteY0" fmla="*/ 1873213 h 4876147"/>
                <a:gd name="connsiteX1" fmla="*/ 4131139 w 4302536"/>
                <a:gd name="connsiteY1" fmla="*/ 1470037 h 4876147"/>
                <a:gd name="connsiteX2" fmla="*/ 4036536 w 4302536"/>
                <a:gd name="connsiteY2" fmla="*/ 1022228 h 4876147"/>
                <a:gd name="connsiteX3" fmla="*/ 3853854 w 4302536"/>
                <a:gd name="connsiteY3" fmla="*/ 425397 h 4876147"/>
                <a:gd name="connsiteX4" fmla="*/ 3610228 w 4302536"/>
                <a:gd name="connsiteY4" fmla="*/ 116675 h 4876147"/>
                <a:gd name="connsiteX5" fmla="*/ 3110817 w 4302536"/>
                <a:gd name="connsiteY5" fmla="*/ 12804 h 4876147"/>
                <a:gd name="connsiteX6" fmla="*/ 2793866 w 4302536"/>
                <a:gd name="connsiteY6" fmla="*/ 117491 h 4876147"/>
                <a:gd name="connsiteX7" fmla="*/ 1184053 w 4302536"/>
                <a:gd name="connsiteY7" fmla="*/ 448677 h 4876147"/>
                <a:gd name="connsiteX8" fmla="*/ 635413 w 4302536"/>
                <a:gd name="connsiteY8" fmla="*/ 567301 h 4876147"/>
                <a:gd name="connsiteX9" fmla="*/ 236388 w 4302536"/>
                <a:gd name="connsiteY9" fmla="*/ 2278021 h 4876147"/>
                <a:gd name="connsiteX10" fmla="*/ 94534 w 4302536"/>
                <a:gd name="connsiteY10" fmla="*/ 2480520 h 4876147"/>
                <a:gd name="connsiteX11" fmla="*/ 202098 w 4302536"/>
                <a:gd name="connsiteY11" fmla="*/ 2586793 h 4876147"/>
                <a:gd name="connsiteX12" fmla="*/ 576693 w 4302536"/>
                <a:gd name="connsiteY12" fmla="*/ 2860394 h 4876147"/>
                <a:gd name="connsiteX13" fmla="*/ 589890 w 4302536"/>
                <a:gd name="connsiteY13" fmla="*/ 2894277 h 4876147"/>
                <a:gd name="connsiteX14" fmla="*/ 547037 w 4302536"/>
                <a:gd name="connsiteY14" fmla="*/ 3123593 h 4876147"/>
                <a:gd name="connsiteX15" fmla="*/ 446947 w 4302536"/>
                <a:gd name="connsiteY15" fmla="*/ 3432611 h 4876147"/>
                <a:gd name="connsiteX16" fmla="*/ 357311 w 4302536"/>
                <a:gd name="connsiteY16" fmla="*/ 3667859 h 4876147"/>
                <a:gd name="connsiteX17" fmla="*/ 313272 w 4302536"/>
                <a:gd name="connsiteY17" fmla="*/ 3675051 h 4876147"/>
                <a:gd name="connsiteX18" fmla="*/ 195018 w 4302536"/>
                <a:gd name="connsiteY18" fmla="*/ 3554202 h 4876147"/>
                <a:gd name="connsiteX19" fmla="*/ 175741 w 4302536"/>
                <a:gd name="connsiteY19" fmla="*/ 3541004 h 4876147"/>
                <a:gd name="connsiteX20" fmla="*/ 178188 w 4302536"/>
                <a:gd name="connsiteY20" fmla="*/ 3556055 h 4876147"/>
                <a:gd name="connsiteX21" fmla="*/ 273829 w 4302536"/>
                <a:gd name="connsiteY21" fmla="*/ 3695069 h 4876147"/>
                <a:gd name="connsiteX22" fmla="*/ 442202 w 4302536"/>
                <a:gd name="connsiteY22" fmla="*/ 3837122 h 4876147"/>
                <a:gd name="connsiteX23" fmla="*/ 443759 w 4302536"/>
                <a:gd name="connsiteY23" fmla="*/ 3857510 h 4876147"/>
                <a:gd name="connsiteX24" fmla="*/ 394975 w 4302536"/>
                <a:gd name="connsiteY24" fmla="*/ 3943662 h 4876147"/>
                <a:gd name="connsiteX25" fmla="*/ 420776 w 4302536"/>
                <a:gd name="connsiteY25" fmla="*/ 4170309 h 4876147"/>
                <a:gd name="connsiteX26" fmla="*/ 413732 w 4302536"/>
                <a:gd name="connsiteY26" fmla="*/ 4195665 h 4876147"/>
                <a:gd name="connsiteX27" fmla="*/ 195537 w 4302536"/>
                <a:gd name="connsiteY27" fmla="*/ 4421349 h 4876147"/>
                <a:gd name="connsiteX28" fmla="*/ 190495 w 4302536"/>
                <a:gd name="connsiteY28" fmla="*/ 4457085 h 4876147"/>
                <a:gd name="connsiteX29" fmla="*/ 231717 w 4302536"/>
                <a:gd name="connsiteY29" fmla="*/ 4535304 h 4876147"/>
                <a:gd name="connsiteX30" fmla="*/ 240539 w 4302536"/>
                <a:gd name="connsiteY30" fmla="*/ 4803469 h 4876147"/>
                <a:gd name="connsiteX31" fmla="*/ 3473106 w 4302536"/>
                <a:gd name="connsiteY31" fmla="*/ 4876147 h 4876147"/>
                <a:gd name="connsiteX32" fmla="*/ 3339022 w 4302536"/>
                <a:gd name="connsiteY32" fmla="*/ 4509503 h 4876147"/>
                <a:gd name="connsiteX33" fmla="*/ 3380021 w 4302536"/>
                <a:gd name="connsiteY33" fmla="*/ 4453675 h 4876147"/>
                <a:gd name="connsiteX34" fmla="*/ 3390327 w 4302536"/>
                <a:gd name="connsiteY34" fmla="*/ 4390655 h 4876147"/>
                <a:gd name="connsiteX35" fmla="*/ 3370235 w 4302536"/>
                <a:gd name="connsiteY35" fmla="*/ 4103064 h 4876147"/>
                <a:gd name="connsiteX36" fmla="*/ 3384989 w 4302536"/>
                <a:gd name="connsiteY36" fmla="*/ 4056726 h 4876147"/>
                <a:gd name="connsiteX37" fmla="*/ 3575159 w 4302536"/>
                <a:gd name="connsiteY37" fmla="*/ 3702853 h 4876147"/>
                <a:gd name="connsiteX38" fmla="*/ 3600886 w 4302536"/>
                <a:gd name="connsiteY38" fmla="*/ 3379156 h 4876147"/>
                <a:gd name="connsiteX39" fmla="*/ 3611933 w 4302536"/>
                <a:gd name="connsiteY39" fmla="*/ 3347127 h 4876147"/>
                <a:gd name="connsiteX40" fmla="*/ 3740419 w 4302536"/>
                <a:gd name="connsiteY40" fmla="*/ 3182239 h 4876147"/>
                <a:gd name="connsiteX41" fmla="*/ 3993757 w 4302536"/>
                <a:gd name="connsiteY41" fmla="*/ 2657398 h 4876147"/>
                <a:gd name="connsiteX42" fmla="*/ 4088138 w 4302536"/>
                <a:gd name="connsiteY42" fmla="*/ 2193649 h 4876147"/>
                <a:gd name="connsiteX43" fmla="*/ 4117720 w 4302536"/>
                <a:gd name="connsiteY43" fmla="*/ 2135226 h 4876147"/>
                <a:gd name="connsiteX44" fmla="*/ 4293655 w 4302536"/>
                <a:gd name="connsiteY44" fmla="*/ 1915399 h 4876147"/>
                <a:gd name="connsiteX45" fmla="*/ 4295509 w 4302536"/>
                <a:gd name="connsiteY45" fmla="*/ 1873213 h 4876147"/>
                <a:gd name="connsiteX0" fmla="*/ 4200975 w 4208002"/>
                <a:gd name="connsiteY0" fmla="*/ 1873213 h 4876147"/>
                <a:gd name="connsiteX1" fmla="*/ 4036605 w 4208002"/>
                <a:gd name="connsiteY1" fmla="*/ 1470037 h 4876147"/>
                <a:gd name="connsiteX2" fmla="*/ 3942002 w 4208002"/>
                <a:gd name="connsiteY2" fmla="*/ 1022228 h 4876147"/>
                <a:gd name="connsiteX3" fmla="*/ 3759320 w 4208002"/>
                <a:gd name="connsiteY3" fmla="*/ 425397 h 4876147"/>
                <a:gd name="connsiteX4" fmla="*/ 3515694 w 4208002"/>
                <a:gd name="connsiteY4" fmla="*/ 116675 h 4876147"/>
                <a:gd name="connsiteX5" fmla="*/ 3016283 w 4208002"/>
                <a:gd name="connsiteY5" fmla="*/ 12804 h 4876147"/>
                <a:gd name="connsiteX6" fmla="*/ 2699332 w 4208002"/>
                <a:gd name="connsiteY6" fmla="*/ 117491 h 4876147"/>
                <a:gd name="connsiteX7" fmla="*/ 1089519 w 4208002"/>
                <a:gd name="connsiteY7" fmla="*/ 448677 h 4876147"/>
                <a:gd name="connsiteX8" fmla="*/ 540879 w 4208002"/>
                <a:gd name="connsiteY8" fmla="*/ 567301 h 4876147"/>
                <a:gd name="connsiteX9" fmla="*/ 141854 w 4208002"/>
                <a:gd name="connsiteY9" fmla="*/ 2278021 h 4876147"/>
                <a:gd name="connsiteX10" fmla="*/ 0 w 4208002"/>
                <a:gd name="connsiteY10" fmla="*/ 2480520 h 4876147"/>
                <a:gd name="connsiteX11" fmla="*/ 107564 w 4208002"/>
                <a:gd name="connsiteY11" fmla="*/ 2586793 h 4876147"/>
                <a:gd name="connsiteX12" fmla="*/ 482159 w 4208002"/>
                <a:gd name="connsiteY12" fmla="*/ 2860394 h 4876147"/>
                <a:gd name="connsiteX13" fmla="*/ 495356 w 4208002"/>
                <a:gd name="connsiteY13" fmla="*/ 2894277 h 4876147"/>
                <a:gd name="connsiteX14" fmla="*/ 452503 w 4208002"/>
                <a:gd name="connsiteY14" fmla="*/ 3123593 h 4876147"/>
                <a:gd name="connsiteX15" fmla="*/ 352413 w 4208002"/>
                <a:gd name="connsiteY15" fmla="*/ 3432611 h 4876147"/>
                <a:gd name="connsiteX16" fmla="*/ 262777 w 4208002"/>
                <a:gd name="connsiteY16" fmla="*/ 3667859 h 4876147"/>
                <a:gd name="connsiteX17" fmla="*/ 218738 w 4208002"/>
                <a:gd name="connsiteY17" fmla="*/ 3675051 h 4876147"/>
                <a:gd name="connsiteX18" fmla="*/ 100484 w 4208002"/>
                <a:gd name="connsiteY18" fmla="*/ 3554202 h 4876147"/>
                <a:gd name="connsiteX19" fmla="*/ 81207 w 4208002"/>
                <a:gd name="connsiteY19" fmla="*/ 3541004 h 4876147"/>
                <a:gd name="connsiteX20" fmla="*/ 83654 w 4208002"/>
                <a:gd name="connsiteY20" fmla="*/ 3556055 h 4876147"/>
                <a:gd name="connsiteX21" fmla="*/ 179295 w 4208002"/>
                <a:gd name="connsiteY21" fmla="*/ 3695069 h 4876147"/>
                <a:gd name="connsiteX22" fmla="*/ 347668 w 4208002"/>
                <a:gd name="connsiteY22" fmla="*/ 3837122 h 4876147"/>
                <a:gd name="connsiteX23" fmla="*/ 349225 w 4208002"/>
                <a:gd name="connsiteY23" fmla="*/ 3857510 h 4876147"/>
                <a:gd name="connsiteX24" fmla="*/ 300441 w 4208002"/>
                <a:gd name="connsiteY24" fmla="*/ 3943662 h 4876147"/>
                <a:gd name="connsiteX25" fmla="*/ 326242 w 4208002"/>
                <a:gd name="connsiteY25" fmla="*/ 4170309 h 4876147"/>
                <a:gd name="connsiteX26" fmla="*/ 319198 w 4208002"/>
                <a:gd name="connsiteY26" fmla="*/ 4195665 h 4876147"/>
                <a:gd name="connsiteX27" fmla="*/ 101003 w 4208002"/>
                <a:gd name="connsiteY27" fmla="*/ 4421349 h 4876147"/>
                <a:gd name="connsiteX28" fmla="*/ 95961 w 4208002"/>
                <a:gd name="connsiteY28" fmla="*/ 4457085 h 4876147"/>
                <a:gd name="connsiteX29" fmla="*/ 137183 w 4208002"/>
                <a:gd name="connsiteY29" fmla="*/ 4535304 h 4876147"/>
                <a:gd name="connsiteX30" fmla="*/ 146005 w 4208002"/>
                <a:gd name="connsiteY30" fmla="*/ 4803469 h 4876147"/>
                <a:gd name="connsiteX31" fmla="*/ 3378572 w 4208002"/>
                <a:gd name="connsiteY31" fmla="*/ 4876147 h 4876147"/>
                <a:gd name="connsiteX32" fmla="*/ 3244488 w 4208002"/>
                <a:gd name="connsiteY32" fmla="*/ 4509503 h 4876147"/>
                <a:gd name="connsiteX33" fmla="*/ 3285487 w 4208002"/>
                <a:gd name="connsiteY33" fmla="*/ 4453675 h 4876147"/>
                <a:gd name="connsiteX34" fmla="*/ 3295793 w 4208002"/>
                <a:gd name="connsiteY34" fmla="*/ 4390655 h 4876147"/>
                <a:gd name="connsiteX35" fmla="*/ 3275701 w 4208002"/>
                <a:gd name="connsiteY35" fmla="*/ 4103064 h 4876147"/>
                <a:gd name="connsiteX36" fmla="*/ 3290455 w 4208002"/>
                <a:gd name="connsiteY36" fmla="*/ 4056726 h 4876147"/>
                <a:gd name="connsiteX37" fmla="*/ 3480625 w 4208002"/>
                <a:gd name="connsiteY37" fmla="*/ 3702853 h 4876147"/>
                <a:gd name="connsiteX38" fmla="*/ 3506352 w 4208002"/>
                <a:gd name="connsiteY38" fmla="*/ 3379156 h 4876147"/>
                <a:gd name="connsiteX39" fmla="*/ 3517399 w 4208002"/>
                <a:gd name="connsiteY39" fmla="*/ 3347127 h 4876147"/>
                <a:gd name="connsiteX40" fmla="*/ 3645885 w 4208002"/>
                <a:gd name="connsiteY40" fmla="*/ 3182239 h 4876147"/>
                <a:gd name="connsiteX41" fmla="*/ 3899223 w 4208002"/>
                <a:gd name="connsiteY41" fmla="*/ 2657398 h 4876147"/>
                <a:gd name="connsiteX42" fmla="*/ 3993604 w 4208002"/>
                <a:gd name="connsiteY42" fmla="*/ 2193649 h 4876147"/>
                <a:gd name="connsiteX43" fmla="*/ 4023186 w 4208002"/>
                <a:gd name="connsiteY43" fmla="*/ 2135226 h 4876147"/>
                <a:gd name="connsiteX44" fmla="*/ 4199121 w 4208002"/>
                <a:gd name="connsiteY44" fmla="*/ 1915399 h 4876147"/>
                <a:gd name="connsiteX45" fmla="*/ 4200975 w 4208002"/>
                <a:gd name="connsiteY45" fmla="*/ 1873213 h 4876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208002" h="4876147">
                  <a:moveTo>
                    <a:pt x="4200975" y="1873213"/>
                  </a:moveTo>
                  <a:cubicBezTo>
                    <a:pt x="4130245" y="1745395"/>
                    <a:pt x="4074491" y="1611497"/>
                    <a:pt x="4036605" y="1470037"/>
                  </a:cubicBezTo>
                  <a:cubicBezTo>
                    <a:pt x="3997088" y="1322349"/>
                    <a:pt x="3973734" y="1171473"/>
                    <a:pt x="3942002" y="1022228"/>
                  </a:cubicBezTo>
                  <a:cubicBezTo>
                    <a:pt x="3898481" y="817822"/>
                    <a:pt x="3851699" y="614677"/>
                    <a:pt x="3759320" y="425397"/>
                  </a:cubicBezTo>
                  <a:cubicBezTo>
                    <a:pt x="3700526" y="304992"/>
                    <a:pt x="3624013" y="197933"/>
                    <a:pt x="3515694" y="116675"/>
                  </a:cubicBezTo>
                  <a:cubicBezTo>
                    <a:pt x="3365707" y="4204"/>
                    <a:pt x="3196222" y="-18409"/>
                    <a:pt x="3016283" y="12804"/>
                  </a:cubicBezTo>
                  <a:cubicBezTo>
                    <a:pt x="2905443" y="32007"/>
                    <a:pt x="2800979" y="70782"/>
                    <a:pt x="2699332" y="117491"/>
                  </a:cubicBezTo>
                  <a:lnTo>
                    <a:pt x="1089519" y="448677"/>
                  </a:lnTo>
                  <a:lnTo>
                    <a:pt x="540879" y="567301"/>
                  </a:lnTo>
                  <a:lnTo>
                    <a:pt x="141854" y="2278021"/>
                  </a:lnTo>
                  <a:cubicBezTo>
                    <a:pt x="124135" y="2302116"/>
                    <a:pt x="1260" y="2451012"/>
                    <a:pt x="0" y="2480520"/>
                  </a:cubicBezTo>
                  <a:cubicBezTo>
                    <a:pt x="13271" y="2510399"/>
                    <a:pt x="27204" y="2523481"/>
                    <a:pt x="107564" y="2586793"/>
                  </a:cubicBezTo>
                  <a:cubicBezTo>
                    <a:pt x="187924" y="2650105"/>
                    <a:pt x="417527" y="2809147"/>
                    <a:pt x="482159" y="2860394"/>
                  </a:cubicBezTo>
                  <a:cubicBezTo>
                    <a:pt x="546791" y="2911641"/>
                    <a:pt x="497877" y="2880561"/>
                    <a:pt x="495356" y="2894277"/>
                  </a:cubicBezTo>
                  <a:cubicBezTo>
                    <a:pt x="481492" y="2970790"/>
                    <a:pt x="474819" y="3048860"/>
                    <a:pt x="452503" y="3123593"/>
                  </a:cubicBezTo>
                  <a:cubicBezTo>
                    <a:pt x="421512" y="3227316"/>
                    <a:pt x="386296" y="3329778"/>
                    <a:pt x="352413" y="3432611"/>
                  </a:cubicBezTo>
                  <a:cubicBezTo>
                    <a:pt x="326168" y="3512312"/>
                    <a:pt x="305927" y="3594386"/>
                    <a:pt x="262777" y="3667859"/>
                  </a:cubicBezTo>
                  <a:cubicBezTo>
                    <a:pt x="246022" y="3696329"/>
                    <a:pt x="243056" y="3698998"/>
                    <a:pt x="218738" y="3675051"/>
                  </a:cubicBezTo>
                  <a:cubicBezTo>
                    <a:pt x="178554" y="3635534"/>
                    <a:pt x="136887" y="3597426"/>
                    <a:pt x="100484" y="3554202"/>
                  </a:cubicBezTo>
                  <a:cubicBezTo>
                    <a:pt x="95294" y="3548048"/>
                    <a:pt x="90401" y="3541449"/>
                    <a:pt x="81207" y="3541004"/>
                  </a:cubicBezTo>
                  <a:cubicBezTo>
                    <a:pt x="72681" y="3547381"/>
                    <a:pt x="81281" y="3552200"/>
                    <a:pt x="83654" y="3556055"/>
                  </a:cubicBezTo>
                  <a:cubicBezTo>
                    <a:pt x="113384" y="3603876"/>
                    <a:pt x="143337" y="3651622"/>
                    <a:pt x="179295" y="3695069"/>
                  </a:cubicBezTo>
                  <a:cubicBezTo>
                    <a:pt x="226819" y="3752528"/>
                    <a:pt x="276790" y="3807243"/>
                    <a:pt x="347668" y="3837122"/>
                  </a:cubicBezTo>
                  <a:cubicBezTo>
                    <a:pt x="362052" y="3843201"/>
                    <a:pt x="354119" y="3850541"/>
                    <a:pt x="349225" y="3857510"/>
                  </a:cubicBezTo>
                  <a:cubicBezTo>
                    <a:pt x="330394" y="3884794"/>
                    <a:pt x="313415" y="3913116"/>
                    <a:pt x="300441" y="3943662"/>
                  </a:cubicBezTo>
                  <a:cubicBezTo>
                    <a:pt x="266410" y="4024030"/>
                    <a:pt x="261591" y="4101359"/>
                    <a:pt x="326242" y="4170309"/>
                  </a:cubicBezTo>
                  <a:cubicBezTo>
                    <a:pt x="339365" y="4184248"/>
                    <a:pt x="325426" y="4189215"/>
                    <a:pt x="319198" y="4195665"/>
                  </a:cubicBezTo>
                  <a:lnTo>
                    <a:pt x="101003" y="4421349"/>
                  </a:lnTo>
                  <a:cubicBezTo>
                    <a:pt x="88992" y="4433583"/>
                    <a:pt x="87213" y="4442331"/>
                    <a:pt x="95961" y="4457085"/>
                  </a:cubicBezTo>
                  <a:cubicBezTo>
                    <a:pt x="110938" y="4482441"/>
                    <a:pt x="123616" y="4509132"/>
                    <a:pt x="137183" y="4535304"/>
                  </a:cubicBezTo>
                  <a:cubicBezTo>
                    <a:pt x="145524" y="4593035"/>
                    <a:pt x="106376" y="4550775"/>
                    <a:pt x="146005" y="4803469"/>
                  </a:cubicBezTo>
                  <a:lnTo>
                    <a:pt x="3378572" y="4876147"/>
                  </a:lnTo>
                  <a:cubicBezTo>
                    <a:pt x="3434286" y="4653031"/>
                    <a:pt x="3260002" y="4579915"/>
                    <a:pt x="3244488" y="4509503"/>
                  </a:cubicBezTo>
                  <a:cubicBezTo>
                    <a:pt x="3228974" y="4439091"/>
                    <a:pt x="3280298" y="4478512"/>
                    <a:pt x="3285487" y="4453675"/>
                  </a:cubicBezTo>
                  <a:cubicBezTo>
                    <a:pt x="3289046" y="4432693"/>
                    <a:pt x="3294162" y="4411785"/>
                    <a:pt x="3295793" y="4390655"/>
                  </a:cubicBezTo>
                  <a:cubicBezTo>
                    <a:pt x="3303207" y="4293902"/>
                    <a:pt x="3295867" y="4198038"/>
                    <a:pt x="3275701" y="4103064"/>
                  </a:cubicBezTo>
                  <a:cubicBezTo>
                    <a:pt x="3271920" y="4085122"/>
                    <a:pt x="3273329" y="4070887"/>
                    <a:pt x="3290455" y="4056726"/>
                  </a:cubicBezTo>
                  <a:cubicBezTo>
                    <a:pt x="3401740" y="3964866"/>
                    <a:pt x="3463944" y="3846983"/>
                    <a:pt x="3480625" y="3702853"/>
                  </a:cubicBezTo>
                  <a:cubicBezTo>
                    <a:pt x="3493081" y="3595127"/>
                    <a:pt x="3502497" y="3487475"/>
                    <a:pt x="3506352" y="3379156"/>
                  </a:cubicBezTo>
                  <a:cubicBezTo>
                    <a:pt x="3506797" y="3367145"/>
                    <a:pt x="3509170" y="3356691"/>
                    <a:pt x="3517399" y="3347127"/>
                  </a:cubicBezTo>
                  <a:cubicBezTo>
                    <a:pt x="3562773" y="3294191"/>
                    <a:pt x="3604069" y="3237992"/>
                    <a:pt x="3645885" y="3182239"/>
                  </a:cubicBezTo>
                  <a:cubicBezTo>
                    <a:pt x="3764583" y="3023800"/>
                    <a:pt x="3850068" y="2849644"/>
                    <a:pt x="3899223" y="2657398"/>
                  </a:cubicBezTo>
                  <a:cubicBezTo>
                    <a:pt x="3938295" y="2504298"/>
                    <a:pt x="3968767" y="2349492"/>
                    <a:pt x="3993604" y="2193649"/>
                  </a:cubicBezTo>
                  <a:cubicBezTo>
                    <a:pt x="3997459" y="2169627"/>
                    <a:pt x="4009247" y="2152649"/>
                    <a:pt x="4023186" y="2135226"/>
                  </a:cubicBezTo>
                  <a:lnTo>
                    <a:pt x="4199121" y="1915399"/>
                  </a:lnTo>
                  <a:cubicBezTo>
                    <a:pt x="4211206" y="1900571"/>
                    <a:pt x="4210094" y="1889598"/>
                    <a:pt x="4200975" y="1873213"/>
                  </a:cubicBezTo>
                  <a:close/>
                </a:path>
              </a:pathLst>
            </a:custGeom>
            <a:solidFill>
              <a:srgbClr val="00080D"/>
            </a:solidFill>
            <a:ln w="7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sp>
          <p:nvSpPr>
            <p:cNvPr id="18" name="자유형: 도형 195">
              <a:extLst>
                <a:ext uri="{FF2B5EF4-FFF2-40B4-BE49-F238E27FC236}">
                  <a16:creationId xmlns:a16="http://schemas.microsoft.com/office/drawing/2014/main" id="{A622C9F8-9C76-495D-427A-860CD3C02106}"/>
                </a:ext>
              </a:extLst>
            </p:cNvPr>
            <p:cNvSpPr/>
            <p:nvPr/>
          </p:nvSpPr>
          <p:spPr>
            <a:xfrm>
              <a:off x="2348015" y="1836487"/>
              <a:ext cx="1271528" cy="991409"/>
            </a:xfrm>
            <a:custGeom>
              <a:avLst/>
              <a:gdLst>
                <a:gd name="connsiteX0" fmla="*/ 1704289 w 1733465"/>
                <a:gd name="connsiteY0" fmla="*/ 995052 h 1351580"/>
                <a:gd name="connsiteX1" fmla="*/ 1618064 w 1733465"/>
                <a:gd name="connsiteY1" fmla="*/ 621977 h 1351580"/>
                <a:gd name="connsiteX2" fmla="*/ 1303486 w 1733465"/>
                <a:gd name="connsiteY2" fmla="*/ 431955 h 1351580"/>
                <a:gd name="connsiteX3" fmla="*/ 800219 w 1733465"/>
                <a:gd name="connsiteY3" fmla="*/ 526855 h 1351580"/>
                <a:gd name="connsiteX4" fmla="*/ 512258 w 1733465"/>
                <a:gd name="connsiteY4" fmla="*/ 643478 h 1351580"/>
                <a:gd name="connsiteX5" fmla="*/ 457097 w 1733465"/>
                <a:gd name="connsiteY5" fmla="*/ 676619 h 1351580"/>
                <a:gd name="connsiteX6" fmla="*/ 382734 w 1733465"/>
                <a:gd name="connsiteY6" fmla="*/ 840692 h 1351580"/>
                <a:gd name="connsiteX7" fmla="*/ 374060 w 1733465"/>
                <a:gd name="connsiteY7" fmla="*/ 1105670 h 1351580"/>
                <a:gd name="connsiteX8" fmla="*/ 343069 w 1733465"/>
                <a:gd name="connsiteY8" fmla="*/ 1309705 h 1351580"/>
                <a:gd name="connsiteX9" fmla="*/ 342328 w 1733465"/>
                <a:gd name="connsiteY9" fmla="*/ 1317712 h 1351580"/>
                <a:gd name="connsiteX10" fmla="*/ 326980 w 1733465"/>
                <a:gd name="connsiteY10" fmla="*/ 1350186 h 1351580"/>
                <a:gd name="connsiteX11" fmla="*/ 294877 w 1733465"/>
                <a:gd name="connsiteY11" fmla="*/ 1335209 h 1351580"/>
                <a:gd name="connsiteX12" fmla="*/ 67266 w 1733465"/>
                <a:gd name="connsiteY12" fmla="*/ 1151637 h 1351580"/>
                <a:gd name="connsiteX13" fmla="*/ 21892 w 1733465"/>
                <a:gd name="connsiteY13" fmla="*/ 1159793 h 1351580"/>
                <a:gd name="connsiteX14" fmla="*/ 5062 w 1733465"/>
                <a:gd name="connsiteY14" fmla="*/ 1190265 h 1351580"/>
                <a:gd name="connsiteX15" fmla="*/ 1281 w 1733465"/>
                <a:gd name="connsiteY15" fmla="*/ 1167874 h 1351580"/>
                <a:gd name="connsiteX16" fmla="*/ 81056 w 1733465"/>
                <a:gd name="connsiteY16" fmla="*/ 517439 h 1351580"/>
                <a:gd name="connsiteX17" fmla="*/ 239791 w 1733465"/>
                <a:gd name="connsiteY17" fmla="*/ 198116 h 1351580"/>
                <a:gd name="connsiteX18" fmla="*/ 476151 w 1733465"/>
                <a:gd name="connsiteY18" fmla="*/ 56433 h 1351580"/>
                <a:gd name="connsiteX19" fmla="*/ 840997 w 1733465"/>
                <a:gd name="connsiteY19" fmla="*/ 902 h 1351580"/>
                <a:gd name="connsiteX20" fmla="*/ 1216296 w 1733465"/>
                <a:gd name="connsiteY20" fmla="*/ 51614 h 1351580"/>
                <a:gd name="connsiteX21" fmla="*/ 1545703 w 1733465"/>
                <a:gd name="connsiteY21" fmla="*/ 311477 h 1351580"/>
                <a:gd name="connsiteX22" fmla="*/ 1728756 w 1733465"/>
                <a:gd name="connsiteY22" fmla="*/ 758322 h 1351580"/>
                <a:gd name="connsiteX23" fmla="*/ 1712445 w 1733465"/>
                <a:gd name="connsiteY23" fmla="*/ 978667 h 1351580"/>
                <a:gd name="connsiteX24" fmla="*/ 1704289 w 1733465"/>
                <a:gd name="connsiteY24" fmla="*/ 995052 h 1351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33465" h="1351580">
                  <a:moveTo>
                    <a:pt x="1704289" y="995052"/>
                  </a:moveTo>
                  <a:cubicBezTo>
                    <a:pt x="1696727" y="865825"/>
                    <a:pt x="1678563" y="738749"/>
                    <a:pt x="1618064" y="621977"/>
                  </a:cubicBezTo>
                  <a:cubicBezTo>
                    <a:pt x="1552227" y="494900"/>
                    <a:pt x="1447021" y="433586"/>
                    <a:pt x="1303486" y="431955"/>
                  </a:cubicBezTo>
                  <a:cubicBezTo>
                    <a:pt x="1129033" y="429953"/>
                    <a:pt x="963773" y="473325"/>
                    <a:pt x="800219" y="526855"/>
                  </a:cubicBezTo>
                  <a:cubicBezTo>
                    <a:pt x="701613" y="559106"/>
                    <a:pt x="604192" y="594694"/>
                    <a:pt x="512258" y="643478"/>
                  </a:cubicBezTo>
                  <a:cubicBezTo>
                    <a:pt x="493352" y="653487"/>
                    <a:pt x="475113" y="664979"/>
                    <a:pt x="457097" y="676619"/>
                  </a:cubicBezTo>
                  <a:cubicBezTo>
                    <a:pt x="397340" y="715394"/>
                    <a:pt x="360863" y="765513"/>
                    <a:pt x="382734" y="840692"/>
                  </a:cubicBezTo>
                  <a:cubicBezTo>
                    <a:pt x="408757" y="930179"/>
                    <a:pt x="386293" y="1017739"/>
                    <a:pt x="374060" y="1105670"/>
                  </a:cubicBezTo>
                  <a:cubicBezTo>
                    <a:pt x="364570" y="1173805"/>
                    <a:pt x="353449" y="1241718"/>
                    <a:pt x="343069" y="1309705"/>
                  </a:cubicBezTo>
                  <a:cubicBezTo>
                    <a:pt x="342698" y="1312374"/>
                    <a:pt x="342995" y="1315117"/>
                    <a:pt x="342328" y="1317712"/>
                  </a:cubicBezTo>
                  <a:cubicBezTo>
                    <a:pt x="339362" y="1329649"/>
                    <a:pt x="339733" y="1344922"/>
                    <a:pt x="326980" y="1350186"/>
                  </a:cubicBezTo>
                  <a:cubicBezTo>
                    <a:pt x="313413" y="1355746"/>
                    <a:pt x="303626" y="1343439"/>
                    <a:pt x="294877" y="1335209"/>
                  </a:cubicBezTo>
                  <a:cubicBezTo>
                    <a:pt x="223925" y="1267890"/>
                    <a:pt x="146003" y="1209245"/>
                    <a:pt x="67266" y="1151637"/>
                  </a:cubicBezTo>
                  <a:cubicBezTo>
                    <a:pt x="39908" y="1131694"/>
                    <a:pt x="39760" y="1131545"/>
                    <a:pt x="21892" y="1159793"/>
                  </a:cubicBezTo>
                  <a:cubicBezTo>
                    <a:pt x="15664" y="1169579"/>
                    <a:pt x="10623" y="1180107"/>
                    <a:pt x="5062" y="1190265"/>
                  </a:cubicBezTo>
                  <a:cubicBezTo>
                    <a:pt x="-3167" y="1184037"/>
                    <a:pt x="1059" y="1175214"/>
                    <a:pt x="1281" y="1167874"/>
                  </a:cubicBezTo>
                  <a:cubicBezTo>
                    <a:pt x="8695" y="948715"/>
                    <a:pt x="22485" y="730222"/>
                    <a:pt x="81056" y="517439"/>
                  </a:cubicBezTo>
                  <a:cubicBezTo>
                    <a:pt x="113159" y="400890"/>
                    <a:pt x="159423" y="290717"/>
                    <a:pt x="239791" y="198116"/>
                  </a:cubicBezTo>
                  <a:cubicBezTo>
                    <a:pt x="302959" y="125310"/>
                    <a:pt x="386070" y="84607"/>
                    <a:pt x="476151" y="56433"/>
                  </a:cubicBezTo>
                  <a:cubicBezTo>
                    <a:pt x="594850" y="19289"/>
                    <a:pt x="717108" y="5647"/>
                    <a:pt x="840997" y="902"/>
                  </a:cubicBezTo>
                  <a:cubicBezTo>
                    <a:pt x="969260" y="-3991"/>
                    <a:pt x="1094483" y="10763"/>
                    <a:pt x="1216296" y="51614"/>
                  </a:cubicBezTo>
                  <a:cubicBezTo>
                    <a:pt x="1357163" y="98842"/>
                    <a:pt x="1460293" y="193148"/>
                    <a:pt x="1545703" y="311477"/>
                  </a:cubicBezTo>
                  <a:cubicBezTo>
                    <a:pt x="1642827" y="446042"/>
                    <a:pt x="1707032" y="593211"/>
                    <a:pt x="1728756" y="758322"/>
                  </a:cubicBezTo>
                  <a:cubicBezTo>
                    <a:pt x="1738616" y="832981"/>
                    <a:pt x="1732907" y="906380"/>
                    <a:pt x="1712445" y="978667"/>
                  </a:cubicBezTo>
                  <a:cubicBezTo>
                    <a:pt x="1710888" y="984450"/>
                    <a:pt x="1707032" y="989640"/>
                    <a:pt x="1704289" y="995052"/>
                  </a:cubicBezTo>
                  <a:close/>
                </a:path>
              </a:pathLst>
            </a:custGeom>
            <a:solidFill>
              <a:srgbClr val="6D411E"/>
            </a:solidFill>
            <a:ln w="7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sp>
          <p:nvSpPr>
            <p:cNvPr id="19" name="자유형: 도형 196">
              <a:extLst>
                <a:ext uri="{FF2B5EF4-FFF2-40B4-BE49-F238E27FC236}">
                  <a16:creationId xmlns:a16="http://schemas.microsoft.com/office/drawing/2014/main" id="{A29A8663-87F4-E849-00F8-EDF0CA9235D9}"/>
                </a:ext>
              </a:extLst>
            </p:cNvPr>
            <p:cNvSpPr/>
            <p:nvPr/>
          </p:nvSpPr>
          <p:spPr>
            <a:xfrm>
              <a:off x="2777461" y="3390175"/>
              <a:ext cx="628946" cy="457858"/>
            </a:xfrm>
            <a:custGeom>
              <a:avLst/>
              <a:gdLst>
                <a:gd name="connsiteX0" fmla="*/ 1161 w 857438"/>
                <a:gd name="connsiteY0" fmla="*/ 0 h 624196"/>
                <a:gd name="connsiteX1" fmla="*/ 84791 w 857438"/>
                <a:gd name="connsiteY1" fmla="*/ 73548 h 624196"/>
                <a:gd name="connsiteX2" fmla="*/ 415458 w 857438"/>
                <a:gd name="connsiteY2" fmla="*/ 282179 h 624196"/>
                <a:gd name="connsiteX3" fmla="*/ 817077 w 857438"/>
                <a:gd name="connsiteY3" fmla="*/ 155325 h 624196"/>
                <a:gd name="connsiteX4" fmla="*/ 856891 w 857438"/>
                <a:gd name="connsiteY4" fmla="*/ 87560 h 624196"/>
                <a:gd name="connsiteX5" fmla="*/ 851257 w 857438"/>
                <a:gd name="connsiteY5" fmla="*/ 117365 h 624196"/>
                <a:gd name="connsiteX6" fmla="*/ 599401 w 857438"/>
                <a:gd name="connsiteY6" fmla="*/ 603133 h 624196"/>
                <a:gd name="connsiteX7" fmla="*/ 563072 w 857438"/>
                <a:gd name="connsiteY7" fmla="*/ 609361 h 624196"/>
                <a:gd name="connsiteX8" fmla="*/ 4942 w 857438"/>
                <a:gd name="connsiteY8" fmla="*/ 14161 h 624196"/>
                <a:gd name="connsiteX9" fmla="*/ 1161 w 857438"/>
                <a:gd name="connsiteY9" fmla="*/ 0 h 62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438" h="624196">
                  <a:moveTo>
                    <a:pt x="1161" y="0"/>
                  </a:moveTo>
                  <a:cubicBezTo>
                    <a:pt x="26814" y="28470"/>
                    <a:pt x="56544" y="50193"/>
                    <a:pt x="84791" y="73548"/>
                  </a:cubicBezTo>
                  <a:cubicBezTo>
                    <a:pt x="186067" y="157252"/>
                    <a:pt x="287492" y="240957"/>
                    <a:pt x="415458" y="282179"/>
                  </a:cubicBezTo>
                  <a:cubicBezTo>
                    <a:pt x="562998" y="329703"/>
                    <a:pt x="723883" y="286924"/>
                    <a:pt x="817077" y="155325"/>
                  </a:cubicBezTo>
                  <a:cubicBezTo>
                    <a:pt x="831090" y="135529"/>
                    <a:pt x="841841" y="113435"/>
                    <a:pt x="856891" y="87560"/>
                  </a:cubicBezTo>
                  <a:cubicBezTo>
                    <a:pt x="858893" y="102314"/>
                    <a:pt x="855037" y="110099"/>
                    <a:pt x="851257" y="117365"/>
                  </a:cubicBezTo>
                  <a:cubicBezTo>
                    <a:pt x="808848" y="199142"/>
                    <a:pt x="640623" y="522839"/>
                    <a:pt x="599401" y="603133"/>
                  </a:cubicBezTo>
                  <a:cubicBezTo>
                    <a:pt x="585833" y="629602"/>
                    <a:pt x="582349" y="630491"/>
                    <a:pt x="563072" y="609361"/>
                  </a:cubicBezTo>
                  <a:cubicBezTo>
                    <a:pt x="509320" y="550494"/>
                    <a:pt x="46312" y="59164"/>
                    <a:pt x="4942" y="14161"/>
                  </a:cubicBezTo>
                  <a:cubicBezTo>
                    <a:pt x="2273" y="11195"/>
                    <a:pt x="-2101" y="8675"/>
                    <a:pt x="1161" y="0"/>
                  </a:cubicBezTo>
                  <a:close/>
                </a:path>
              </a:pathLst>
            </a:custGeom>
            <a:solidFill>
              <a:srgbClr val="FEB582"/>
            </a:solidFill>
            <a:ln w="7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sp>
          <p:nvSpPr>
            <p:cNvPr id="20" name="자유형: 도형 197">
              <a:extLst>
                <a:ext uri="{FF2B5EF4-FFF2-40B4-BE49-F238E27FC236}">
                  <a16:creationId xmlns:a16="http://schemas.microsoft.com/office/drawing/2014/main" id="{5686FDC1-84FB-9A49-496F-96E4F4EEF465}"/>
                </a:ext>
              </a:extLst>
            </p:cNvPr>
            <p:cNvSpPr/>
            <p:nvPr/>
          </p:nvSpPr>
          <p:spPr>
            <a:xfrm>
              <a:off x="2815239" y="3831333"/>
              <a:ext cx="114484" cy="527301"/>
            </a:xfrm>
            <a:custGeom>
              <a:avLst/>
              <a:gdLst>
                <a:gd name="connsiteX0" fmla="*/ 5857 w 156077"/>
                <a:gd name="connsiteY0" fmla="*/ 0 h 718866"/>
                <a:gd name="connsiteX1" fmla="*/ 114325 w 156077"/>
                <a:gd name="connsiteY1" fmla="*/ 124556 h 718866"/>
                <a:gd name="connsiteX2" fmla="*/ 154954 w 156077"/>
                <a:gd name="connsiteY2" fmla="*/ 226870 h 718866"/>
                <a:gd name="connsiteX3" fmla="*/ 134491 w 156077"/>
                <a:gd name="connsiteY3" fmla="*/ 337117 h 718866"/>
                <a:gd name="connsiteX4" fmla="*/ 83927 w 156077"/>
                <a:gd name="connsiteY4" fmla="*/ 427420 h 718866"/>
                <a:gd name="connsiteX5" fmla="*/ 64725 w 156077"/>
                <a:gd name="connsiteY5" fmla="*/ 595719 h 718866"/>
                <a:gd name="connsiteX6" fmla="*/ 91415 w 156077"/>
                <a:gd name="connsiteY6" fmla="*/ 718867 h 718866"/>
                <a:gd name="connsiteX7" fmla="*/ 42705 w 156077"/>
                <a:gd name="connsiteY7" fmla="*/ 546935 h 718866"/>
                <a:gd name="connsiteX8" fmla="*/ 45152 w 156077"/>
                <a:gd name="connsiteY8" fmla="*/ 536629 h 718866"/>
                <a:gd name="connsiteX9" fmla="*/ 108468 w 156077"/>
                <a:gd name="connsiteY9" fmla="*/ 299750 h 718866"/>
                <a:gd name="connsiteX10" fmla="*/ 94307 w 156077"/>
                <a:gd name="connsiteY10" fmla="*/ 128931 h 718866"/>
                <a:gd name="connsiteX11" fmla="*/ 8897 w 156077"/>
                <a:gd name="connsiteY11" fmla="*/ 17497 h 718866"/>
                <a:gd name="connsiteX12" fmla="*/ 0 w 156077"/>
                <a:gd name="connsiteY12" fmla="*/ 5190 h 718866"/>
                <a:gd name="connsiteX13" fmla="*/ 5857 w 156077"/>
                <a:gd name="connsiteY13" fmla="*/ 0 h 718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077" h="718866">
                  <a:moveTo>
                    <a:pt x="5857" y="0"/>
                  </a:moveTo>
                  <a:cubicBezTo>
                    <a:pt x="41074" y="42408"/>
                    <a:pt x="85632" y="76365"/>
                    <a:pt x="114325" y="124556"/>
                  </a:cubicBezTo>
                  <a:cubicBezTo>
                    <a:pt x="133305" y="156363"/>
                    <a:pt x="150728" y="187946"/>
                    <a:pt x="154954" y="226870"/>
                  </a:cubicBezTo>
                  <a:cubicBezTo>
                    <a:pt x="159254" y="266684"/>
                    <a:pt x="150950" y="303457"/>
                    <a:pt x="134491" y="337117"/>
                  </a:cubicBezTo>
                  <a:cubicBezTo>
                    <a:pt x="119440" y="367811"/>
                    <a:pt x="103278" y="398505"/>
                    <a:pt x="83927" y="427420"/>
                  </a:cubicBezTo>
                  <a:cubicBezTo>
                    <a:pt x="49303" y="479245"/>
                    <a:pt x="51676" y="536259"/>
                    <a:pt x="64725" y="595719"/>
                  </a:cubicBezTo>
                  <a:cubicBezTo>
                    <a:pt x="73696" y="636645"/>
                    <a:pt x="79182" y="678460"/>
                    <a:pt x="91415" y="718867"/>
                  </a:cubicBezTo>
                  <a:cubicBezTo>
                    <a:pt x="56717" y="666746"/>
                    <a:pt x="32103" y="611808"/>
                    <a:pt x="42705" y="546935"/>
                  </a:cubicBezTo>
                  <a:cubicBezTo>
                    <a:pt x="43298" y="543450"/>
                    <a:pt x="45671" y="539892"/>
                    <a:pt x="45152" y="536629"/>
                  </a:cubicBezTo>
                  <a:cubicBezTo>
                    <a:pt x="31584" y="448254"/>
                    <a:pt x="78737" y="376708"/>
                    <a:pt x="108468" y="299750"/>
                  </a:cubicBezTo>
                  <a:cubicBezTo>
                    <a:pt x="130636" y="242440"/>
                    <a:pt x="128041" y="184165"/>
                    <a:pt x="94307" y="128931"/>
                  </a:cubicBezTo>
                  <a:cubicBezTo>
                    <a:pt x="69692" y="88524"/>
                    <a:pt x="41370" y="51528"/>
                    <a:pt x="8897" y="17497"/>
                  </a:cubicBezTo>
                  <a:cubicBezTo>
                    <a:pt x="5412" y="13864"/>
                    <a:pt x="2966" y="9342"/>
                    <a:pt x="0" y="5190"/>
                  </a:cubicBezTo>
                  <a:cubicBezTo>
                    <a:pt x="1928" y="3411"/>
                    <a:pt x="3929" y="1705"/>
                    <a:pt x="5857" y="0"/>
                  </a:cubicBezTo>
                  <a:close/>
                </a:path>
              </a:pathLst>
            </a:custGeom>
            <a:solidFill>
              <a:srgbClr val="FCB584"/>
            </a:solidFill>
            <a:ln w="7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grpSp>
          <p:nvGrpSpPr>
            <p:cNvPr id="21" name="그룹 198">
              <a:extLst>
                <a:ext uri="{FF2B5EF4-FFF2-40B4-BE49-F238E27FC236}">
                  <a16:creationId xmlns:a16="http://schemas.microsoft.com/office/drawing/2014/main" id="{F78A1C12-132A-8132-C6FE-5D7EEE0E906C}"/>
                </a:ext>
              </a:extLst>
            </p:cNvPr>
            <p:cNvGrpSpPr/>
            <p:nvPr/>
          </p:nvGrpSpPr>
          <p:grpSpPr>
            <a:xfrm>
              <a:off x="552073" y="3451587"/>
              <a:ext cx="1863290" cy="1298295"/>
              <a:chOff x="552073" y="3451587"/>
              <a:chExt cx="1863290" cy="1298295"/>
            </a:xfrm>
          </p:grpSpPr>
          <p:sp>
            <p:nvSpPr>
              <p:cNvPr id="27" name="직사각형 204">
                <a:extLst>
                  <a:ext uri="{FF2B5EF4-FFF2-40B4-BE49-F238E27FC236}">
                    <a16:creationId xmlns:a16="http://schemas.microsoft.com/office/drawing/2014/main" id="{BCAA217C-6328-E5A2-2B09-A3DF613A3434}"/>
                  </a:ext>
                </a:extLst>
              </p:cNvPr>
              <p:cNvSpPr/>
              <p:nvPr/>
            </p:nvSpPr>
            <p:spPr>
              <a:xfrm>
                <a:off x="552073" y="3451587"/>
                <a:ext cx="1863290" cy="1298295"/>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a:p>
            </p:txBody>
          </p:sp>
          <p:grpSp>
            <p:nvGrpSpPr>
              <p:cNvPr id="28" name="그룹 205">
                <a:extLst>
                  <a:ext uri="{FF2B5EF4-FFF2-40B4-BE49-F238E27FC236}">
                    <a16:creationId xmlns:a16="http://schemas.microsoft.com/office/drawing/2014/main" id="{0CFCF278-C932-0EF3-07EF-39D836F04704}"/>
                  </a:ext>
                </a:extLst>
              </p:cNvPr>
              <p:cNvGrpSpPr/>
              <p:nvPr/>
            </p:nvGrpSpPr>
            <p:grpSpPr>
              <a:xfrm>
                <a:off x="857586" y="3513810"/>
                <a:ext cx="1252264" cy="317524"/>
                <a:chOff x="2531297" y="3953023"/>
                <a:chExt cx="4599453" cy="1166233"/>
              </a:xfrm>
              <a:solidFill>
                <a:schemeClr val="accent4">
                  <a:lumMod val="50000"/>
                </a:schemeClr>
              </a:solidFill>
            </p:grpSpPr>
            <p:sp>
              <p:nvSpPr>
                <p:cNvPr id="36" name="자유형: 도형 213">
                  <a:extLst>
                    <a:ext uri="{FF2B5EF4-FFF2-40B4-BE49-F238E27FC236}">
                      <a16:creationId xmlns:a16="http://schemas.microsoft.com/office/drawing/2014/main" id="{E2A56949-3AA4-7ED9-EF3F-0503321CE1DC}"/>
                    </a:ext>
                  </a:extLst>
                </p:cNvPr>
                <p:cNvSpPr/>
                <p:nvPr/>
              </p:nvSpPr>
              <p:spPr>
                <a:xfrm>
                  <a:off x="3212652" y="4090148"/>
                  <a:ext cx="788912" cy="760399"/>
                </a:xfrm>
                <a:custGeom>
                  <a:avLst/>
                  <a:gdLst>
                    <a:gd name="connsiteX0" fmla="*/ 396796 w 788912"/>
                    <a:gd name="connsiteY0" fmla="*/ 243501 h 760399"/>
                    <a:gd name="connsiteX1" fmla="*/ 381397 w 788912"/>
                    <a:gd name="connsiteY1" fmla="*/ 297336 h 760399"/>
                    <a:gd name="connsiteX2" fmla="*/ 317414 w 788912"/>
                    <a:gd name="connsiteY2" fmla="*/ 346033 h 760399"/>
                    <a:gd name="connsiteX3" fmla="*/ 254002 w 788912"/>
                    <a:gd name="connsiteY3" fmla="*/ 346033 h 760399"/>
                    <a:gd name="connsiteX4" fmla="*/ 326654 w 788912"/>
                    <a:gd name="connsiteY4" fmla="*/ 399298 h 760399"/>
                    <a:gd name="connsiteX5" fmla="*/ 337831 w 788912"/>
                    <a:gd name="connsiteY5" fmla="*/ 435571 h 760399"/>
                    <a:gd name="connsiteX6" fmla="*/ 312397 w 788912"/>
                    <a:gd name="connsiteY6" fmla="*/ 516778 h 760399"/>
                    <a:gd name="connsiteX7" fmla="*/ 364519 w 788912"/>
                    <a:gd name="connsiteY7" fmla="*/ 476854 h 760399"/>
                    <a:gd name="connsiteX8" fmla="*/ 434774 w 788912"/>
                    <a:gd name="connsiteY8" fmla="*/ 475375 h 760399"/>
                    <a:gd name="connsiteX9" fmla="*/ 488610 w 788912"/>
                    <a:gd name="connsiteY9" fmla="*/ 511986 h 760399"/>
                    <a:gd name="connsiteX10" fmla="*/ 461809 w 788912"/>
                    <a:gd name="connsiteY10" fmla="*/ 432942 h 760399"/>
                    <a:gd name="connsiteX11" fmla="*/ 474353 w 788912"/>
                    <a:gd name="connsiteY11" fmla="*/ 394280 h 760399"/>
                    <a:gd name="connsiteX12" fmla="*/ 534693 w 788912"/>
                    <a:gd name="connsiteY12" fmla="*/ 345808 h 760399"/>
                    <a:gd name="connsiteX13" fmla="*/ 453711 w 788912"/>
                    <a:gd name="connsiteY13" fmla="*/ 346154 h 760399"/>
                    <a:gd name="connsiteX14" fmla="*/ 424739 w 788912"/>
                    <a:gd name="connsiteY14" fmla="*/ 326075 h 760399"/>
                    <a:gd name="connsiteX15" fmla="*/ 396796 w 788912"/>
                    <a:gd name="connsiteY15" fmla="*/ 243501 h 760399"/>
                    <a:gd name="connsiteX16" fmla="*/ 382193 w 788912"/>
                    <a:gd name="connsiteY16" fmla="*/ 0 h 760399"/>
                    <a:gd name="connsiteX17" fmla="*/ 393258 w 788912"/>
                    <a:gd name="connsiteY17" fmla="*/ 1029 h 760399"/>
                    <a:gd name="connsiteX18" fmla="*/ 469335 w 788912"/>
                    <a:gd name="connsiteY18" fmla="*/ 237462 h 760399"/>
                    <a:gd name="connsiteX19" fmla="*/ 534460 w 788912"/>
                    <a:gd name="connsiteY19" fmla="*/ 282516 h 760399"/>
                    <a:gd name="connsiteX20" fmla="*/ 788912 w 788912"/>
                    <a:gd name="connsiteY20" fmla="*/ 281375 h 760399"/>
                    <a:gd name="connsiteX21" fmla="*/ 604144 w 788912"/>
                    <a:gd name="connsiteY21" fmla="*/ 414817 h 760399"/>
                    <a:gd name="connsiteX22" fmla="*/ 569816 w 788912"/>
                    <a:gd name="connsiteY22" fmla="*/ 535602 h 760399"/>
                    <a:gd name="connsiteX23" fmla="*/ 645660 w 788912"/>
                    <a:gd name="connsiteY23" fmla="*/ 754698 h 760399"/>
                    <a:gd name="connsiteX24" fmla="*/ 432724 w 788912"/>
                    <a:gd name="connsiteY24" fmla="*/ 600614 h 760399"/>
                    <a:gd name="connsiteX25" fmla="*/ 354709 w 788912"/>
                    <a:gd name="connsiteY25" fmla="*/ 600952 h 760399"/>
                    <a:gd name="connsiteX26" fmla="*/ 146557 w 788912"/>
                    <a:gd name="connsiteY26" fmla="*/ 760399 h 760399"/>
                    <a:gd name="connsiteX27" fmla="*/ 230386 w 788912"/>
                    <a:gd name="connsiteY27" fmla="*/ 500012 h 760399"/>
                    <a:gd name="connsiteX28" fmla="*/ 212140 w 788912"/>
                    <a:gd name="connsiteY28" fmla="*/ 444697 h 760399"/>
                    <a:gd name="connsiteX29" fmla="*/ 0 w 788912"/>
                    <a:gd name="connsiteY29" fmla="*/ 283883 h 760399"/>
                    <a:gd name="connsiteX30" fmla="*/ 234720 w 788912"/>
                    <a:gd name="connsiteY30" fmla="*/ 285138 h 760399"/>
                    <a:gd name="connsiteX31" fmla="*/ 315702 w 788912"/>
                    <a:gd name="connsiteY31" fmla="*/ 222063 h 760399"/>
                    <a:gd name="connsiteX32" fmla="*/ 382193 w 788912"/>
                    <a:gd name="connsiteY32" fmla="*/ 0 h 76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88912" h="760399">
                      <a:moveTo>
                        <a:pt x="396796" y="243501"/>
                      </a:moveTo>
                      <a:cubicBezTo>
                        <a:pt x="390299" y="266314"/>
                        <a:pt x="385619" y="281825"/>
                        <a:pt x="381397" y="297336"/>
                      </a:cubicBezTo>
                      <a:cubicBezTo>
                        <a:pt x="368057" y="346033"/>
                        <a:pt x="368170" y="346033"/>
                        <a:pt x="317414" y="346033"/>
                      </a:cubicBezTo>
                      <a:cubicBezTo>
                        <a:pt x="299169" y="346033"/>
                        <a:pt x="280916" y="346033"/>
                        <a:pt x="254002" y="346033"/>
                      </a:cubicBezTo>
                      <a:cubicBezTo>
                        <a:pt x="282170" y="367021"/>
                        <a:pt x="303503" y="384470"/>
                        <a:pt x="326654" y="399298"/>
                      </a:cubicBezTo>
                      <a:cubicBezTo>
                        <a:pt x="342165" y="409220"/>
                        <a:pt x="343419" y="419827"/>
                        <a:pt x="337831" y="435571"/>
                      </a:cubicBezTo>
                      <a:cubicBezTo>
                        <a:pt x="329162" y="459863"/>
                        <a:pt x="322319" y="484726"/>
                        <a:pt x="312397" y="516778"/>
                      </a:cubicBezTo>
                      <a:cubicBezTo>
                        <a:pt x="334180" y="500125"/>
                        <a:pt x="349354" y="488490"/>
                        <a:pt x="364519" y="476854"/>
                      </a:cubicBezTo>
                      <a:cubicBezTo>
                        <a:pt x="399651" y="449828"/>
                        <a:pt x="399538" y="449941"/>
                        <a:pt x="434774" y="475375"/>
                      </a:cubicBezTo>
                      <a:cubicBezTo>
                        <a:pt x="450286" y="486552"/>
                        <a:pt x="466368" y="496933"/>
                        <a:pt x="488610" y="511986"/>
                      </a:cubicBezTo>
                      <a:cubicBezTo>
                        <a:pt x="477891" y="479821"/>
                        <a:pt x="471160" y="455867"/>
                        <a:pt x="461809" y="432942"/>
                      </a:cubicBezTo>
                      <a:cubicBezTo>
                        <a:pt x="454507" y="415155"/>
                        <a:pt x="459645" y="404774"/>
                        <a:pt x="474353" y="394280"/>
                      </a:cubicBezTo>
                      <a:cubicBezTo>
                        <a:pt x="494656" y="379798"/>
                        <a:pt x="516673" y="367021"/>
                        <a:pt x="534693" y="345808"/>
                      </a:cubicBezTo>
                      <a:cubicBezTo>
                        <a:pt x="505488" y="345808"/>
                        <a:pt x="479604" y="344666"/>
                        <a:pt x="453711" y="346154"/>
                      </a:cubicBezTo>
                      <a:cubicBezTo>
                        <a:pt x="437516" y="347063"/>
                        <a:pt x="429306" y="341932"/>
                        <a:pt x="424739" y="326075"/>
                      </a:cubicBezTo>
                      <a:cubicBezTo>
                        <a:pt x="417325" y="300529"/>
                        <a:pt x="407748" y="275553"/>
                        <a:pt x="396796" y="243501"/>
                      </a:cubicBezTo>
                      <a:close/>
                      <a:moveTo>
                        <a:pt x="382193" y="0"/>
                      </a:moveTo>
                      <a:cubicBezTo>
                        <a:pt x="385732" y="346"/>
                        <a:pt x="389495" y="684"/>
                        <a:pt x="393258" y="1029"/>
                      </a:cubicBezTo>
                      <a:cubicBezTo>
                        <a:pt x="418805" y="79840"/>
                        <a:pt x="445493" y="158193"/>
                        <a:pt x="469335" y="237462"/>
                      </a:cubicBezTo>
                      <a:cubicBezTo>
                        <a:pt x="479708" y="272135"/>
                        <a:pt x="496594" y="284342"/>
                        <a:pt x="534460" y="282516"/>
                      </a:cubicBezTo>
                      <a:cubicBezTo>
                        <a:pt x="615546" y="278633"/>
                        <a:pt x="696986" y="281375"/>
                        <a:pt x="788912" y="281375"/>
                      </a:cubicBezTo>
                      <a:cubicBezTo>
                        <a:pt x="724246" y="328817"/>
                        <a:pt x="667556" y="377409"/>
                        <a:pt x="604144" y="414817"/>
                      </a:cubicBezTo>
                      <a:cubicBezTo>
                        <a:pt x="548604" y="447552"/>
                        <a:pt x="548717" y="483480"/>
                        <a:pt x="569816" y="535602"/>
                      </a:cubicBezTo>
                      <a:cubicBezTo>
                        <a:pt x="596617" y="601636"/>
                        <a:pt x="616809" y="670411"/>
                        <a:pt x="645660" y="754698"/>
                      </a:cubicBezTo>
                      <a:cubicBezTo>
                        <a:pt x="565482" y="696987"/>
                        <a:pt x="497961" y="650341"/>
                        <a:pt x="432724" y="600614"/>
                      </a:cubicBezTo>
                      <a:cubicBezTo>
                        <a:pt x="404210" y="578823"/>
                        <a:pt x="384019" y="576773"/>
                        <a:pt x="354709" y="600952"/>
                      </a:cubicBezTo>
                      <a:cubicBezTo>
                        <a:pt x="290951" y="653646"/>
                        <a:pt x="223543" y="701892"/>
                        <a:pt x="146557" y="760399"/>
                      </a:cubicBezTo>
                      <a:cubicBezTo>
                        <a:pt x="177009" y="664598"/>
                        <a:pt x="201992" y="581678"/>
                        <a:pt x="230386" y="500012"/>
                      </a:cubicBezTo>
                      <a:cubicBezTo>
                        <a:pt x="239625" y="473436"/>
                        <a:pt x="235411" y="460096"/>
                        <a:pt x="212140" y="444697"/>
                      </a:cubicBezTo>
                      <a:cubicBezTo>
                        <a:pt x="139947" y="396909"/>
                        <a:pt x="69459" y="346612"/>
                        <a:pt x="0" y="283883"/>
                      </a:cubicBezTo>
                      <a:cubicBezTo>
                        <a:pt x="78240" y="283883"/>
                        <a:pt x="156713" y="280345"/>
                        <a:pt x="234720" y="285138"/>
                      </a:cubicBezTo>
                      <a:cubicBezTo>
                        <a:pt x="285363" y="288218"/>
                        <a:pt x="304066" y="266884"/>
                        <a:pt x="315702" y="222063"/>
                      </a:cubicBezTo>
                      <a:cubicBezTo>
                        <a:pt x="335089" y="147362"/>
                        <a:pt x="359727" y="73906"/>
                        <a:pt x="382193" y="0"/>
                      </a:cubicBezTo>
                      <a:close/>
                    </a:path>
                  </a:pathLst>
                </a:custGeom>
                <a:grpFill/>
                <a:ln w="141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sp>
              <p:nvSpPr>
                <p:cNvPr id="37" name="자유형: 도형 214">
                  <a:extLst>
                    <a:ext uri="{FF2B5EF4-FFF2-40B4-BE49-F238E27FC236}">
                      <a16:creationId xmlns:a16="http://schemas.microsoft.com/office/drawing/2014/main" id="{7F7AD964-50A5-2BEC-47DD-D15640020B0D}"/>
                    </a:ext>
                  </a:extLst>
                </p:cNvPr>
                <p:cNvSpPr/>
                <p:nvPr/>
              </p:nvSpPr>
              <p:spPr>
                <a:xfrm>
                  <a:off x="5663788" y="4092994"/>
                  <a:ext cx="785036" cy="757319"/>
                </a:xfrm>
                <a:custGeom>
                  <a:avLst/>
                  <a:gdLst>
                    <a:gd name="connsiteX0" fmla="*/ 394738 w 785036"/>
                    <a:gd name="connsiteY0" fmla="*/ 242142 h 757319"/>
                    <a:gd name="connsiteX1" fmla="*/ 379340 w 785036"/>
                    <a:gd name="connsiteY1" fmla="*/ 295977 h 757319"/>
                    <a:gd name="connsiteX2" fmla="*/ 315356 w 785036"/>
                    <a:gd name="connsiteY2" fmla="*/ 344674 h 757319"/>
                    <a:gd name="connsiteX3" fmla="*/ 251944 w 785036"/>
                    <a:gd name="connsiteY3" fmla="*/ 344674 h 757319"/>
                    <a:gd name="connsiteX4" fmla="*/ 324596 w 785036"/>
                    <a:gd name="connsiteY4" fmla="*/ 397939 h 757319"/>
                    <a:gd name="connsiteX5" fmla="*/ 335773 w 785036"/>
                    <a:gd name="connsiteY5" fmla="*/ 434212 h 757319"/>
                    <a:gd name="connsiteX6" fmla="*/ 310339 w 785036"/>
                    <a:gd name="connsiteY6" fmla="*/ 515419 h 757319"/>
                    <a:gd name="connsiteX7" fmla="*/ 362461 w 785036"/>
                    <a:gd name="connsiteY7" fmla="*/ 475495 h 757319"/>
                    <a:gd name="connsiteX8" fmla="*/ 432716 w 785036"/>
                    <a:gd name="connsiteY8" fmla="*/ 474016 h 757319"/>
                    <a:gd name="connsiteX9" fmla="*/ 486552 w 785036"/>
                    <a:gd name="connsiteY9" fmla="*/ 510627 h 757319"/>
                    <a:gd name="connsiteX10" fmla="*/ 459751 w 785036"/>
                    <a:gd name="connsiteY10" fmla="*/ 431583 h 757319"/>
                    <a:gd name="connsiteX11" fmla="*/ 472295 w 785036"/>
                    <a:gd name="connsiteY11" fmla="*/ 392921 h 757319"/>
                    <a:gd name="connsiteX12" fmla="*/ 532635 w 785036"/>
                    <a:gd name="connsiteY12" fmla="*/ 344449 h 757319"/>
                    <a:gd name="connsiteX13" fmla="*/ 451653 w 785036"/>
                    <a:gd name="connsiteY13" fmla="*/ 344795 h 757319"/>
                    <a:gd name="connsiteX14" fmla="*/ 422681 w 785036"/>
                    <a:gd name="connsiteY14" fmla="*/ 324716 h 757319"/>
                    <a:gd name="connsiteX15" fmla="*/ 394738 w 785036"/>
                    <a:gd name="connsiteY15" fmla="*/ 242142 h 757319"/>
                    <a:gd name="connsiteX16" fmla="*/ 401130 w 785036"/>
                    <a:gd name="connsiteY16" fmla="*/ 0 h 757319"/>
                    <a:gd name="connsiteX17" fmla="*/ 471385 w 785036"/>
                    <a:gd name="connsiteY17" fmla="*/ 228569 h 757319"/>
                    <a:gd name="connsiteX18" fmla="*/ 539019 w 785036"/>
                    <a:gd name="connsiteY18" fmla="*/ 280120 h 757319"/>
                    <a:gd name="connsiteX19" fmla="*/ 785036 w 785036"/>
                    <a:gd name="connsiteY19" fmla="*/ 292664 h 757319"/>
                    <a:gd name="connsiteX20" fmla="*/ 577343 w 785036"/>
                    <a:gd name="connsiteY20" fmla="*/ 435804 h 757319"/>
                    <a:gd name="connsiteX21" fmla="*/ 554989 w 785036"/>
                    <a:gd name="connsiteY21" fmla="*/ 504692 h 757319"/>
                    <a:gd name="connsiteX22" fmla="*/ 638471 w 785036"/>
                    <a:gd name="connsiteY22" fmla="*/ 757319 h 757319"/>
                    <a:gd name="connsiteX23" fmla="*/ 437058 w 785036"/>
                    <a:gd name="connsiteY23" fmla="*/ 603461 h 757319"/>
                    <a:gd name="connsiteX24" fmla="*/ 345928 w 785036"/>
                    <a:gd name="connsiteY24" fmla="*/ 599923 h 757319"/>
                    <a:gd name="connsiteX25" fmla="*/ 142907 w 785036"/>
                    <a:gd name="connsiteY25" fmla="*/ 734281 h 757319"/>
                    <a:gd name="connsiteX26" fmla="*/ 207348 w 785036"/>
                    <a:gd name="connsiteY26" fmla="*/ 546779 h 757319"/>
                    <a:gd name="connsiteX27" fmla="*/ 159335 w 785036"/>
                    <a:gd name="connsiteY27" fmla="*/ 397705 h 757319"/>
                    <a:gd name="connsiteX28" fmla="*/ 3305 w 785036"/>
                    <a:gd name="connsiteY28" fmla="*/ 283771 h 757319"/>
                    <a:gd name="connsiteX29" fmla="*/ 0 w 785036"/>
                    <a:gd name="connsiteY29" fmla="*/ 274298 h 757319"/>
                    <a:gd name="connsiteX30" fmla="*/ 236095 w 785036"/>
                    <a:gd name="connsiteY30" fmla="*/ 275673 h 757319"/>
                    <a:gd name="connsiteX31" fmla="*/ 319577 w 785036"/>
                    <a:gd name="connsiteY31" fmla="*/ 215333 h 757319"/>
                    <a:gd name="connsiteX32" fmla="*/ 401130 w 785036"/>
                    <a:gd name="connsiteY32" fmla="*/ 0 h 757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785036" h="757319">
                      <a:moveTo>
                        <a:pt x="394738" y="242142"/>
                      </a:moveTo>
                      <a:cubicBezTo>
                        <a:pt x="388241" y="264955"/>
                        <a:pt x="383561" y="280466"/>
                        <a:pt x="379340" y="295977"/>
                      </a:cubicBezTo>
                      <a:cubicBezTo>
                        <a:pt x="365999" y="344674"/>
                        <a:pt x="366112" y="344674"/>
                        <a:pt x="315356" y="344674"/>
                      </a:cubicBezTo>
                      <a:cubicBezTo>
                        <a:pt x="297111" y="344674"/>
                        <a:pt x="278858" y="344674"/>
                        <a:pt x="251944" y="344674"/>
                      </a:cubicBezTo>
                      <a:cubicBezTo>
                        <a:pt x="280233" y="365549"/>
                        <a:pt x="301558" y="382998"/>
                        <a:pt x="324596" y="397939"/>
                      </a:cubicBezTo>
                      <a:cubicBezTo>
                        <a:pt x="340107" y="407861"/>
                        <a:pt x="341361" y="418468"/>
                        <a:pt x="335773" y="434212"/>
                      </a:cubicBezTo>
                      <a:cubicBezTo>
                        <a:pt x="327105" y="458504"/>
                        <a:pt x="320262" y="483367"/>
                        <a:pt x="310339" y="515419"/>
                      </a:cubicBezTo>
                      <a:cubicBezTo>
                        <a:pt x="332122" y="498766"/>
                        <a:pt x="347296" y="487131"/>
                        <a:pt x="362461" y="475495"/>
                      </a:cubicBezTo>
                      <a:cubicBezTo>
                        <a:pt x="397593" y="448469"/>
                        <a:pt x="397480" y="448582"/>
                        <a:pt x="432716" y="474016"/>
                      </a:cubicBezTo>
                      <a:cubicBezTo>
                        <a:pt x="448236" y="485193"/>
                        <a:pt x="464310" y="495574"/>
                        <a:pt x="486552" y="510627"/>
                      </a:cubicBezTo>
                      <a:cubicBezTo>
                        <a:pt x="475833" y="478462"/>
                        <a:pt x="469102" y="454508"/>
                        <a:pt x="459751" y="431583"/>
                      </a:cubicBezTo>
                      <a:cubicBezTo>
                        <a:pt x="452449" y="413796"/>
                        <a:pt x="457588" y="403415"/>
                        <a:pt x="472295" y="392921"/>
                      </a:cubicBezTo>
                      <a:cubicBezTo>
                        <a:pt x="492599" y="378439"/>
                        <a:pt x="514615" y="365662"/>
                        <a:pt x="532635" y="344449"/>
                      </a:cubicBezTo>
                      <a:cubicBezTo>
                        <a:pt x="503438" y="344449"/>
                        <a:pt x="477546" y="343307"/>
                        <a:pt x="451653" y="344795"/>
                      </a:cubicBezTo>
                      <a:cubicBezTo>
                        <a:pt x="435458" y="345704"/>
                        <a:pt x="427248" y="340573"/>
                        <a:pt x="422681" y="324716"/>
                      </a:cubicBezTo>
                      <a:cubicBezTo>
                        <a:pt x="415267" y="299170"/>
                        <a:pt x="405690" y="274194"/>
                        <a:pt x="394738" y="242142"/>
                      </a:cubicBezTo>
                      <a:close/>
                      <a:moveTo>
                        <a:pt x="401130" y="0"/>
                      </a:moveTo>
                      <a:cubicBezTo>
                        <a:pt x="424851" y="76077"/>
                        <a:pt x="450398" y="151696"/>
                        <a:pt x="471385" y="228569"/>
                      </a:cubicBezTo>
                      <a:cubicBezTo>
                        <a:pt x="481654" y="266201"/>
                        <a:pt x="500245" y="281141"/>
                        <a:pt x="539019" y="280120"/>
                      </a:cubicBezTo>
                      <a:cubicBezTo>
                        <a:pt x="619768" y="278182"/>
                        <a:pt x="700637" y="279549"/>
                        <a:pt x="785036" y="292664"/>
                      </a:cubicBezTo>
                      <a:cubicBezTo>
                        <a:pt x="716028" y="340678"/>
                        <a:pt x="648169" y="390524"/>
                        <a:pt x="577343" y="435804"/>
                      </a:cubicBezTo>
                      <a:cubicBezTo>
                        <a:pt x="547229" y="455078"/>
                        <a:pt x="544037" y="473669"/>
                        <a:pt x="554989" y="504692"/>
                      </a:cubicBezTo>
                      <a:cubicBezTo>
                        <a:pt x="582360" y="583044"/>
                        <a:pt x="607224" y="662426"/>
                        <a:pt x="638471" y="757319"/>
                      </a:cubicBezTo>
                      <a:cubicBezTo>
                        <a:pt x="562861" y="700067"/>
                        <a:pt x="497849" y="654329"/>
                        <a:pt x="437058" y="603461"/>
                      </a:cubicBezTo>
                      <a:cubicBezTo>
                        <a:pt x="404323" y="576089"/>
                        <a:pt x="381856" y="570613"/>
                        <a:pt x="345928" y="599923"/>
                      </a:cubicBezTo>
                      <a:cubicBezTo>
                        <a:pt x="284567" y="649882"/>
                        <a:pt x="217729" y="693336"/>
                        <a:pt x="142907" y="734281"/>
                      </a:cubicBezTo>
                      <a:cubicBezTo>
                        <a:pt x="164352" y="671778"/>
                        <a:pt x="185798" y="609283"/>
                        <a:pt x="207348" y="546779"/>
                      </a:cubicBezTo>
                      <a:cubicBezTo>
                        <a:pt x="238716" y="455874"/>
                        <a:pt x="238829" y="455874"/>
                        <a:pt x="159335" y="397705"/>
                      </a:cubicBezTo>
                      <a:cubicBezTo>
                        <a:pt x="107325" y="359727"/>
                        <a:pt x="55202" y="321749"/>
                        <a:pt x="3305" y="283771"/>
                      </a:cubicBezTo>
                      <a:cubicBezTo>
                        <a:pt x="2163" y="282967"/>
                        <a:pt x="2163" y="280691"/>
                        <a:pt x="0" y="274298"/>
                      </a:cubicBezTo>
                      <a:cubicBezTo>
                        <a:pt x="79728" y="274298"/>
                        <a:pt x="158193" y="270422"/>
                        <a:pt x="236095" y="275673"/>
                      </a:cubicBezTo>
                      <a:cubicBezTo>
                        <a:pt x="285934" y="278978"/>
                        <a:pt x="306921" y="261416"/>
                        <a:pt x="319577" y="215333"/>
                      </a:cubicBezTo>
                      <a:cubicBezTo>
                        <a:pt x="339423" y="142794"/>
                        <a:pt x="365540" y="71855"/>
                        <a:pt x="401130" y="0"/>
                      </a:cubicBezTo>
                      <a:close/>
                    </a:path>
                  </a:pathLst>
                </a:custGeom>
                <a:grpFill/>
                <a:ln w="141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sp>
              <p:nvSpPr>
                <p:cNvPr id="38" name="자유형: 도형 215">
                  <a:extLst>
                    <a:ext uri="{FF2B5EF4-FFF2-40B4-BE49-F238E27FC236}">
                      <a16:creationId xmlns:a16="http://schemas.microsoft.com/office/drawing/2014/main" id="{40BAAECE-8263-EF5E-43DF-F18FD928319C}"/>
                    </a:ext>
                  </a:extLst>
                </p:cNvPr>
                <p:cNvSpPr/>
                <p:nvPr/>
              </p:nvSpPr>
              <p:spPr>
                <a:xfrm>
                  <a:off x="6573373" y="4100633"/>
                  <a:ext cx="557377" cy="534798"/>
                </a:xfrm>
                <a:custGeom>
                  <a:avLst/>
                  <a:gdLst>
                    <a:gd name="connsiteX0" fmla="*/ 11446 w 69316"/>
                    <a:gd name="connsiteY0" fmla="*/ 65998 h 66508"/>
                    <a:gd name="connsiteX1" fmla="*/ 18567 w 69316"/>
                    <a:gd name="connsiteY1" fmla="*/ 45516 h 66508"/>
                    <a:gd name="connsiteX2" fmla="*/ 15957 w 69316"/>
                    <a:gd name="connsiteY2" fmla="*/ 37431 h 66508"/>
                    <a:gd name="connsiteX3" fmla="*/ 0 w 69316"/>
                    <a:gd name="connsiteY3" fmla="*/ 25418 h 66508"/>
                    <a:gd name="connsiteX4" fmla="*/ 17588 w 69316"/>
                    <a:gd name="connsiteY4" fmla="*/ 24907 h 66508"/>
                    <a:gd name="connsiteX5" fmla="*/ 28027 w 69316"/>
                    <a:gd name="connsiteY5" fmla="*/ 17687 h 66508"/>
                    <a:gd name="connsiteX6" fmla="*/ 34183 w 69316"/>
                    <a:gd name="connsiteY6" fmla="*/ 0 h 66508"/>
                    <a:gd name="connsiteX7" fmla="*/ 39814 w 69316"/>
                    <a:gd name="connsiteY7" fmla="*/ 19276 h 66508"/>
                    <a:gd name="connsiteX8" fmla="*/ 47076 w 69316"/>
                    <a:gd name="connsiteY8" fmla="*/ 24964 h 66508"/>
                    <a:gd name="connsiteX9" fmla="*/ 69317 w 69316"/>
                    <a:gd name="connsiteY9" fmla="*/ 24864 h 66508"/>
                    <a:gd name="connsiteX10" fmla="*/ 50892 w 69316"/>
                    <a:gd name="connsiteY10" fmla="*/ 38396 h 66508"/>
                    <a:gd name="connsiteX11" fmla="*/ 48367 w 69316"/>
                    <a:gd name="connsiteY11" fmla="*/ 46041 h 66508"/>
                    <a:gd name="connsiteX12" fmla="*/ 54948 w 69316"/>
                    <a:gd name="connsiteY12" fmla="*/ 66508 h 66508"/>
                    <a:gd name="connsiteX13" fmla="*/ 37942 w 69316"/>
                    <a:gd name="connsiteY13" fmla="*/ 53885 h 66508"/>
                    <a:gd name="connsiteX14" fmla="*/ 29276 w 69316"/>
                    <a:gd name="connsiteY14" fmla="*/ 53587 h 66508"/>
                    <a:gd name="connsiteX15" fmla="*/ 11446 w 69316"/>
                    <a:gd name="connsiteY15" fmla="*/ 65998 h 66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9316" h="66508">
                      <a:moveTo>
                        <a:pt x="11446" y="65998"/>
                      </a:moveTo>
                      <a:cubicBezTo>
                        <a:pt x="14226" y="57842"/>
                        <a:pt x="16042" y="51530"/>
                        <a:pt x="18567" y="45516"/>
                      </a:cubicBezTo>
                      <a:cubicBezTo>
                        <a:pt x="20184" y="41644"/>
                        <a:pt x="19205" y="39630"/>
                        <a:pt x="15957" y="37431"/>
                      </a:cubicBezTo>
                      <a:cubicBezTo>
                        <a:pt x="10709" y="33871"/>
                        <a:pt x="5787" y="29815"/>
                        <a:pt x="0" y="25418"/>
                      </a:cubicBezTo>
                      <a:cubicBezTo>
                        <a:pt x="6312" y="23914"/>
                        <a:pt x="12028" y="24595"/>
                        <a:pt x="17588" y="24907"/>
                      </a:cubicBezTo>
                      <a:cubicBezTo>
                        <a:pt x="23347" y="25247"/>
                        <a:pt x="26708" y="23942"/>
                        <a:pt x="28027" y="17687"/>
                      </a:cubicBezTo>
                      <a:cubicBezTo>
                        <a:pt x="29176" y="12227"/>
                        <a:pt x="31658" y="7049"/>
                        <a:pt x="34183" y="0"/>
                      </a:cubicBezTo>
                      <a:cubicBezTo>
                        <a:pt x="36396" y="7475"/>
                        <a:pt x="38339" y="13319"/>
                        <a:pt x="39814" y="19276"/>
                      </a:cubicBezTo>
                      <a:cubicBezTo>
                        <a:pt x="40807" y="23318"/>
                        <a:pt x="42552" y="25233"/>
                        <a:pt x="47076" y="24964"/>
                      </a:cubicBezTo>
                      <a:cubicBezTo>
                        <a:pt x="53771" y="24552"/>
                        <a:pt x="60509" y="24864"/>
                        <a:pt x="69317" y="24864"/>
                      </a:cubicBezTo>
                      <a:cubicBezTo>
                        <a:pt x="62083" y="30226"/>
                        <a:pt x="56622" y="34509"/>
                        <a:pt x="50892" y="38396"/>
                      </a:cubicBezTo>
                      <a:cubicBezTo>
                        <a:pt x="47828" y="40481"/>
                        <a:pt x="47091" y="42552"/>
                        <a:pt x="48367" y="46041"/>
                      </a:cubicBezTo>
                      <a:cubicBezTo>
                        <a:pt x="50608" y="52183"/>
                        <a:pt x="52395" y="58480"/>
                        <a:pt x="54948" y="66508"/>
                      </a:cubicBezTo>
                      <a:cubicBezTo>
                        <a:pt x="48282" y="61615"/>
                        <a:pt x="42906" y="58012"/>
                        <a:pt x="37942" y="53885"/>
                      </a:cubicBezTo>
                      <a:cubicBezTo>
                        <a:pt x="34836" y="51303"/>
                        <a:pt x="32439" y="51232"/>
                        <a:pt x="29276" y="53587"/>
                      </a:cubicBezTo>
                      <a:cubicBezTo>
                        <a:pt x="24028" y="57502"/>
                        <a:pt x="18524" y="61104"/>
                        <a:pt x="11446" y="65998"/>
                      </a:cubicBezTo>
                      <a:close/>
                    </a:path>
                  </a:pathLst>
                </a:custGeom>
                <a:grpFill/>
                <a:ln w="141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sp>
              <p:nvSpPr>
                <p:cNvPr id="39" name="자유형: 도형 216">
                  <a:extLst>
                    <a:ext uri="{FF2B5EF4-FFF2-40B4-BE49-F238E27FC236}">
                      <a16:creationId xmlns:a16="http://schemas.microsoft.com/office/drawing/2014/main" id="{8BFEFE40-D71B-8B1D-6214-328CFD8E2F1A}"/>
                    </a:ext>
                  </a:extLst>
                </p:cNvPr>
                <p:cNvSpPr/>
                <p:nvPr/>
              </p:nvSpPr>
              <p:spPr>
                <a:xfrm>
                  <a:off x="2531297" y="4098245"/>
                  <a:ext cx="554185" cy="539357"/>
                </a:xfrm>
                <a:custGeom>
                  <a:avLst/>
                  <a:gdLst>
                    <a:gd name="connsiteX0" fmla="*/ 0 w 68919"/>
                    <a:gd name="connsiteY0" fmla="*/ 25191 h 67075"/>
                    <a:gd name="connsiteX1" fmla="*/ 15574 w 68919"/>
                    <a:gd name="connsiteY1" fmla="*/ 25191 h 67075"/>
                    <a:gd name="connsiteX2" fmla="*/ 31275 w 68919"/>
                    <a:gd name="connsiteY2" fmla="*/ 13219 h 67075"/>
                    <a:gd name="connsiteX3" fmla="*/ 35063 w 68919"/>
                    <a:gd name="connsiteY3" fmla="*/ 0 h 67075"/>
                    <a:gd name="connsiteX4" fmla="*/ 41913 w 68919"/>
                    <a:gd name="connsiteY4" fmla="*/ 20269 h 67075"/>
                    <a:gd name="connsiteX5" fmla="*/ 49034 w 68919"/>
                    <a:gd name="connsiteY5" fmla="*/ 25191 h 67075"/>
                    <a:gd name="connsiteX6" fmla="*/ 68920 w 68919"/>
                    <a:gd name="connsiteY6" fmla="*/ 25091 h 67075"/>
                    <a:gd name="connsiteX7" fmla="*/ 54097 w 68919"/>
                    <a:gd name="connsiteY7" fmla="*/ 36992 h 67075"/>
                    <a:gd name="connsiteX8" fmla="*/ 51005 w 68919"/>
                    <a:gd name="connsiteY8" fmla="*/ 46495 h 67075"/>
                    <a:gd name="connsiteX9" fmla="*/ 57587 w 68919"/>
                    <a:gd name="connsiteY9" fmla="*/ 65898 h 67075"/>
                    <a:gd name="connsiteX10" fmla="*/ 44367 w 68919"/>
                    <a:gd name="connsiteY10" fmla="*/ 56906 h 67075"/>
                    <a:gd name="connsiteX11" fmla="*/ 27120 w 68919"/>
                    <a:gd name="connsiteY11" fmla="*/ 57260 h 67075"/>
                    <a:gd name="connsiteX12" fmla="*/ 14326 w 68919"/>
                    <a:gd name="connsiteY12" fmla="*/ 67076 h 67075"/>
                    <a:gd name="connsiteX13" fmla="*/ 20567 w 68919"/>
                    <a:gd name="connsiteY13" fmla="*/ 47133 h 67075"/>
                    <a:gd name="connsiteX14" fmla="*/ 17815 w 68919"/>
                    <a:gd name="connsiteY14" fmla="*/ 38240 h 67075"/>
                    <a:gd name="connsiteX15" fmla="*/ 0 w 68919"/>
                    <a:gd name="connsiteY15" fmla="*/ 25191 h 6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919" h="67075">
                      <a:moveTo>
                        <a:pt x="0" y="25191"/>
                      </a:moveTo>
                      <a:cubicBezTo>
                        <a:pt x="6624" y="25191"/>
                        <a:pt x="11106" y="25191"/>
                        <a:pt x="15574" y="25191"/>
                      </a:cubicBezTo>
                      <a:cubicBezTo>
                        <a:pt x="28027" y="25191"/>
                        <a:pt x="28013" y="25176"/>
                        <a:pt x="31275" y="13219"/>
                      </a:cubicBezTo>
                      <a:cubicBezTo>
                        <a:pt x="32311" y="9404"/>
                        <a:pt x="33460" y="5603"/>
                        <a:pt x="35063" y="0"/>
                      </a:cubicBezTo>
                      <a:cubicBezTo>
                        <a:pt x="37758" y="7872"/>
                        <a:pt x="40098" y="14000"/>
                        <a:pt x="41913" y="20269"/>
                      </a:cubicBezTo>
                      <a:cubicBezTo>
                        <a:pt x="43034" y="24155"/>
                        <a:pt x="45048" y="25418"/>
                        <a:pt x="49034" y="25191"/>
                      </a:cubicBezTo>
                      <a:cubicBezTo>
                        <a:pt x="55374" y="24836"/>
                        <a:pt x="61757" y="25091"/>
                        <a:pt x="68920" y="25091"/>
                      </a:cubicBezTo>
                      <a:cubicBezTo>
                        <a:pt x="64508" y="30297"/>
                        <a:pt x="59104" y="33446"/>
                        <a:pt x="54097" y="36992"/>
                      </a:cubicBezTo>
                      <a:cubicBezTo>
                        <a:pt x="50480" y="39559"/>
                        <a:pt x="49218" y="42126"/>
                        <a:pt x="51005" y="46495"/>
                      </a:cubicBezTo>
                      <a:cubicBezTo>
                        <a:pt x="53303" y="52126"/>
                        <a:pt x="54963" y="58012"/>
                        <a:pt x="57587" y="65898"/>
                      </a:cubicBezTo>
                      <a:cubicBezTo>
                        <a:pt x="52112" y="62182"/>
                        <a:pt x="48169" y="59643"/>
                        <a:pt x="44367" y="56906"/>
                      </a:cubicBezTo>
                      <a:cubicBezTo>
                        <a:pt x="35701" y="50665"/>
                        <a:pt x="35729" y="50622"/>
                        <a:pt x="27120" y="57260"/>
                      </a:cubicBezTo>
                      <a:cubicBezTo>
                        <a:pt x="23403" y="60126"/>
                        <a:pt x="19687" y="62962"/>
                        <a:pt x="14326" y="67076"/>
                      </a:cubicBezTo>
                      <a:cubicBezTo>
                        <a:pt x="16751" y="59218"/>
                        <a:pt x="18439" y="53105"/>
                        <a:pt x="20567" y="47133"/>
                      </a:cubicBezTo>
                      <a:cubicBezTo>
                        <a:pt x="21942" y="43261"/>
                        <a:pt x="21616" y="40679"/>
                        <a:pt x="17815" y="38240"/>
                      </a:cubicBezTo>
                      <a:cubicBezTo>
                        <a:pt x="12170" y="34609"/>
                        <a:pt x="6936" y="30311"/>
                        <a:pt x="0" y="25191"/>
                      </a:cubicBezTo>
                      <a:close/>
                    </a:path>
                  </a:pathLst>
                </a:custGeom>
                <a:grpFill/>
                <a:ln w="141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sp>
              <p:nvSpPr>
                <p:cNvPr id="40" name="자유형: 도형 217">
                  <a:extLst>
                    <a:ext uri="{FF2B5EF4-FFF2-40B4-BE49-F238E27FC236}">
                      <a16:creationId xmlns:a16="http://schemas.microsoft.com/office/drawing/2014/main" id="{CB27C2C1-586D-1674-E9D6-B79AD414DD2A}"/>
                    </a:ext>
                  </a:extLst>
                </p:cNvPr>
                <p:cNvSpPr/>
                <p:nvPr/>
              </p:nvSpPr>
              <p:spPr>
                <a:xfrm>
                  <a:off x="3949740" y="3953023"/>
                  <a:ext cx="1744202" cy="1166233"/>
                </a:xfrm>
                <a:custGeom>
                  <a:avLst/>
                  <a:gdLst>
                    <a:gd name="connsiteX0" fmla="*/ 193026 w 1744202"/>
                    <a:gd name="connsiteY0" fmla="*/ 1086392 h 1166233"/>
                    <a:gd name="connsiteX1" fmla="*/ 162912 w 1744202"/>
                    <a:gd name="connsiteY1" fmla="*/ 1120607 h 1166233"/>
                    <a:gd name="connsiteX2" fmla="*/ 1581290 w 1744202"/>
                    <a:gd name="connsiteY2" fmla="*/ 1120607 h 1166233"/>
                    <a:gd name="connsiteX3" fmla="*/ 1551176 w 1744202"/>
                    <a:gd name="connsiteY3" fmla="*/ 1086392 h 1166233"/>
                    <a:gd name="connsiteX4" fmla="*/ 278334 w 1744202"/>
                    <a:gd name="connsiteY4" fmla="*/ 1000851 h 1166233"/>
                    <a:gd name="connsiteX5" fmla="*/ 251758 w 1744202"/>
                    <a:gd name="connsiteY5" fmla="*/ 1035066 h 1166233"/>
                    <a:gd name="connsiteX6" fmla="*/ 1501450 w 1744202"/>
                    <a:gd name="connsiteY6" fmla="*/ 1035066 h 1166233"/>
                    <a:gd name="connsiteX7" fmla="*/ 1474874 w 1744202"/>
                    <a:gd name="connsiteY7" fmla="*/ 1000851 h 1166233"/>
                    <a:gd name="connsiteX8" fmla="*/ 360916 w 1744202"/>
                    <a:gd name="connsiteY8" fmla="*/ 915310 h 1166233"/>
                    <a:gd name="connsiteX9" fmla="*/ 338103 w 1744202"/>
                    <a:gd name="connsiteY9" fmla="*/ 949525 h 1166233"/>
                    <a:gd name="connsiteX10" fmla="*/ 1410215 w 1744202"/>
                    <a:gd name="connsiteY10" fmla="*/ 949525 h 1166233"/>
                    <a:gd name="connsiteX11" fmla="*/ 1387403 w 1744202"/>
                    <a:gd name="connsiteY11" fmla="*/ 915310 h 1166233"/>
                    <a:gd name="connsiteX12" fmla="*/ 1227723 w 1744202"/>
                    <a:gd name="connsiteY12" fmla="*/ 436286 h 1166233"/>
                    <a:gd name="connsiteX13" fmla="*/ 1202747 w 1744202"/>
                    <a:gd name="connsiteY13" fmla="*/ 461262 h 1166233"/>
                    <a:gd name="connsiteX14" fmla="*/ 1202747 w 1744202"/>
                    <a:gd name="connsiteY14" fmla="*/ 810616 h 1166233"/>
                    <a:gd name="connsiteX15" fmla="*/ 1227723 w 1744202"/>
                    <a:gd name="connsiteY15" fmla="*/ 835591 h 1166233"/>
                    <a:gd name="connsiteX16" fmla="*/ 1280529 w 1744202"/>
                    <a:gd name="connsiteY16" fmla="*/ 835591 h 1166233"/>
                    <a:gd name="connsiteX17" fmla="*/ 1305512 w 1744202"/>
                    <a:gd name="connsiteY17" fmla="*/ 810616 h 1166233"/>
                    <a:gd name="connsiteX18" fmla="*/ 1305512 w 1744202"/>
                    <a:gd name="connsiteY18" fmla="*/ 461262 h 1166233"/>
                    <a:gd name="connsiteX19" fmla="*/ 1280529 w 1744202"/>
                    <a:gd name="connsiteY19" fmla="*/ 436286 h 1166233"/>
                    <a:gd name="connsiteX20" fmla="*/ 1074886 w 1744202"/>
                    <a:gd name="connsiteY20" fmla="*/ 436286 h 1166233"/>
                    <a:gd name="connsiteX21" fmla="*/ 1049910 w 1744202"/>
                    <a:gd name="connsiteY21" fmla="*/ 461262 h 1166233"/>
                    <a:gd name="connsiteX22" fmla="*/ 1049910 w 1744202"/>
                    <a:gd name="connsiteY22" fmla="*/ 810616 h 1166233"/>
                    <a:gd name="connsiteX23" fmla="*/ 1074886 w 1744202"/>
                    <a:gd name="connsiteY23" fmla="*/ 835591 h 1166233"/>
                    <a:gd name="connsiteX24" fmla="*/ 1127692 w 1744202"/>
                    <a:gd name="connsiteY24" fmla="*/ 835591 h 1166233"/>
                    <a:gd name="connsiteX25" fmla="*/ 1152675 w 1744202"/>
                    <a:gd name="connsiteY25" fmla="*/ 810616 h 1166233"/>
                    <a:gd name="connsiteX26" fmla="*/ 1152675 w 1744202"/>
                    <a:gd name="connsiteY26" fmla="*/ 461262 h 1166233"/>
                    <a:gd name="connsiteX27" fmla="*/ 1127692 w 1744202"/>
                    <a:gd name="connsiteY27" fmla="*/ 436286 h 1166233"/>
                    <a:gd name="connsiteX28" fmla="*/ 922056 w 1744202"/>
                    <a:gd name="connsiteY28" fmla="*/ 436286 h 1166233"/>
                    <a:gd name="connsiteX29" fmla="*/ 897080 w 1744202"/>
                    <a:gd name="connsiteY29" fmla="*/ 461262 h 1166233"/>
                    <a:gd name="connsiteX30" fmla="*/ 897080 w 1744202"/>
                    <a:gd name="connsiteY30" fmla="*/ 810616 h 1166233"/>
                    <a:gd name="connsiteX31" fmla="*/ 922056 w 1744202"/>
                    <a:gd name="connsiteY31" fmla="*/ 835591 h 1166233"/>
                    <a:gd name="connsiteX32" fmla="*/ 974862 w 1744202"/>
                    <a:gd name="connsiteY32" fmla="*/ 835591 h 1166233"/>
                    <a:gd name="connsiteX33" fmla="*/ 999845 w 1744202"/>
                    <a:gd name="connsiteY33" fmla="*/ 810616 h 1166233"/>
                    <a:gd name="connsiteX34" fmla="*/ 999845 w 1744202"/>
                    <a:gd name="connsiteY34" fmla="*/ 461262 h 1166233"/>
                    <a:gd name="connsiteX35" fmla="*/ 974862 w 1744202"/>
                    <a:gd name="connsiteY35" fmla="*/ 436286 h 1166233"/>
                    <a:gd name="connsiteX36" fmla="*/ 769227 w 1744202"/>
                    <a:gd name="connsiteY36" fmla="*/ 436286 h 1166233"/>
                    <a:gd name="connsiteX37" fmla="*/ 744251 w 1744202"/>
                    <a:gd name="connsiteY37" fmla="*/ 461262 h 1166233"/>
                    <a:gd name="connsiteX38" fmla="*/ 744251 w 1744202"/>
                    <a:gd name="connsiteY38" fmla="*/ 810616 h 1166233"/>
                    <a:gd name="connsiteX39" fmla="*/ 769227 w 1744202"/>
                    <a:gd name="connsiteY39" fmla="*/ 835591 h 1166233"/>
                    <a:gd name="connsiteX40" fmla="*/ 822033 w 1744202"/>
                    <a:gd name="connsiteY40" fmla="*/ 835591 h 1166233"/>
                    <a:gd name="connsiteX41" fmla="*/ 847016 w 1744202"/>
                    <a:gd name="connsiteY41" fmla="*/ 810616 h 1166233"/>
                    <a:gd name="connsiteX42" fmla="*/ 847016 w 1744202"/>
                    <a:gd name="connsiteY42" fmla="*/ 461262 h 1166233"/>
                    <a:gd name="connsiteX43" fmla="*/ 822033 w 1744202"/>
                    <a:gd name="connsiteY43" fmla="*/ 436286 h 1166233"/>
                    <a:gd name="connsiteX44" fmla="*/ 616390 w 1744202"/>
                    <a:gd name="connsiteY44" fmla="*/ 436286 h 1166233"/>
                    <a:gd name="connsiteX45" fmla="*/ 591414 w 1744202"/>
                    <a:gd name="connsiteY45" fmla="*/ 461262 h 1166233"/>
                    <a:gd name="connsiteX46" fmla="*/ 591414 w 1744202"/>
                    <a:gd name="connsiteY46" fmla="*/ 810616 h 1166233"/>
                    <a:gd name="connsiteX47" fmla="*/ 616390 w 1744202"/>
                    <a:gd name="connsiteY47" fmla="*/ 835591 h 1166233"/>
                    <a:gd name="connsiteX48" fmla="*/ 669196 w 1744202"/>
                    <a:gd name="connsiteY48" fmla="*/ 835591 h 1166233"/>
                    <a:gd name="connsiteX49" fmla="*/ 694179 w 1744202"/>
                    <a:gd name="connsiteY49" fmla="*/ 810616 h 1166233"/>
                    <a:gd name="connsiteX50" fmla="*/ 694179 w 1744202"/>
                    <a:gd name="connsiteY50" fmla="*/ 461262 h 1166233"/>
                    <a:gd name="connsiteX51" fmla="*/ 669196 w 1744202"/>
                    <a:gd name="connsiteY51" fmla="*/ 436286 h 1166233"/>
                    <a:gd name="connsiteX52" fmla="*/ 463561 w 1744202"/>
                    <a:gd name="connsiteY52" fmla="*/ 436286 h 1166233"/>
                    <a:gd name="connsiteX53" fmla="*/ 438585 w 1744202"/>
                    <a:gd name="connsiteY53" fmla="*/ 461262 h 1166233"/>
                    <a:gd name="connsiteX54" fmla="*/ 438585 w 1744202"/>
                    <a:gd name="connsiteY54" fmla="*/ 810616 h 1166233"/>
                    <a:gd name="connsiteX55" fmla="*/ 463561 w 1744202"/>
                    <a:gd name="connsiteY55" fmla="*/ 835591 h 1166233"/>
                    <a:gd name="connsiteX56" fmla="*/ 516367 w 1744202"/>
                    <a:gd name="connsiteY56" fmla="*/ 835591 h 1166233"/>
                    <a:gd name="connsiteX57" fmla="*/ 541350 w 1744202"/>
                    <a:gd name="connsiteY57" fmla="*/ 810616 h 1166233"/>
                    <a:gd name="connsiteX58" fmla="*/ 541350 w 1744202"/>
                    <a:gd name="connsiteY58" fmla="*/ 461262 h 1166233"/>
                    <a:gd name="connsiteX59" fmla="*/ 516367 w 1744202"/>
                    <a:gd name="connsiteY59" fmla="*/ 436286 h 1166233"/>
                    <a:gd name="connsiteX60" fmla="*/ 881906 w 1744202"/>
                    <a:gd name="connsiteY60" fmla="*/ 169514 h 1166233"/>
                    <a:gd name="connsiteX61" fmla="*/ 825908 w 1744202"/>
                    <a:gd name="connsiteY61" fmla="*/ 225512 h 1166233"/>
                    <a:gd name="connsiteX62" fmla="*/ 881906 w 1744202"/>
                    <a:gd name="connsiteY62" fmla="*/ 281518 h 1166233"/>
                    <a:gd name="connsiteX63" fmla="*/ 937912 w 1744202"/>
                    <a:gd name="connsiteY63" fmla="*/ 225512 h 1166233"/>
                    <a:gd name="connsiteX64" fmla="*/ 881906 w 1744202"/>
                    <a:gd name="connsiteY64" fmla="*/ 169514 h 1166233"/>
                    <a:gd name="connsiteX65" fmla="*/ 881907 w 1744202"/>
                    <a:gd name="connsiteY65" fmla="*/ 128569 h 1166233"/>
                    <a:gd name="connsiteX66" fmla="*/ 978858 w 1744202"/>
                    <a:gd name="connsiteY66" fmla="*/ 225513 h 1166233"/>
                    <a:gd name="connsiteX67" fmla="*/ 881907 w 1744202"/>
                    <a:gd name="connsiteY67" fmla="*/ 322464 h 1166233"/>
                    <a:gd name="connsiteX68" fmla="*/ 784963 w 1744202"/>
                    <a:gd name="connsiteY68" fmla="*/ 225513 h 1166233"/>
                    <a:gd name="connsiteX69" fmla="*/ 881907 w 1744202"/>
                    <a:gd name="connsiteY69" fmla="*/ 128569 h 1166233"/>
                    <a:gd name="connsiteX70" fmla="*/ 876210 w 1744202"/>
                    <a:gd name="connsiteY70" fmla="*/ 69258 h 1166233"/>
                    <a:gd name="connsiteX71" fmla="*/ 830927 w 1744202"/>
                    <a:gd name="connsiteY71" fmla="*/ 82261 h 1166233"/>
                    <a:gd name="connsiteX72" fmla="*/ 448846 w 1744202"/>
                    <a:gd name="connsiteY72" fmla="*/ 321660 h 1166233"/>
                    <a:gd name="connsiteX73" fmla="*/ 453872 w 1744202"/>
                    <a:gd name="connsiteY73" fmla="*/ 339109 h 1166233"/>
                    <a:gd name="connsiteX74" fmla="*/ 1298549 w 1744202"/>
                    <a:gd name="connsiteY74" fmla="*/ 339109 h 1166233"/>
                    <a:gd name="connsiteX75" fmla="*/ 1303575 w 1744202"/>
                    <a:gd name="connsiteY75" fmla="*/ 321660 h 1166233"/>
                    <a:gd name="connsiteX76" fmla="*/ 921494 w 1744202"/>
                    <a:gd name="connsiteY76" fmla="*/ 82261 h 1166233"/>
                    <a:gd name="connsiteX77" fmla="*/ 876210 w 1744202"/>
                    <a:gd name="connsiteY77" fmla="*/ 69258 h 1166233"/>
                    <a:gd name="connsiteX78" fmla="*/ 876206 w 1744202"/>
                    <a:gd name="connsiteY78" fmla="*/ 0 h 1166233"/>
                    <a:gd name="connsiteX79" fmla="*/ 919660 w 1744202"/>
                    <a:gd name="connsiteY79" fmla="*/ 11893 h 1166233"/>
                    <a:gd name="connsiteX80" fmla="*/ 1559386 w 1744202"/>
                    <a:gd name="connsiteY80" fmla="*/ 390661 h 1166233"/>
                    <a:gd name="connsiteX81" fmla="*/ 1554601 w 1744202"/>
                    <a:gd name="connsiteY81" fmla="*/ 408231 h 1166233"/>
                    <a:gd name="connsiteX82" fmla="*/ 1373942 w 1744202"/>
                    <a:gd name="connsiteY82" fmla="*/ 408231 h 1166233"/>
                    <a:gd name="connsiteX83" fmla="*/ 1373942 w 1744202"/>
                    <a:gd name="connsiteY83" fmla="*/ 869693 h 1166233"/>
                    <a:gd name="connsiteX84" fmla="*/ 1450702 w 1744202"/>
                    <a:gd name="connsiteY84" fmla="*/ 869693 h 1166233"/>
                    <a:gd name="connsiteX85" fmla="*/ 1496094 w 1744202"/>
                    <a:gd name="connsiteY85" fmla="*/ 888509 h 1166233"/>
                    <a:gd name="connsiteX86" fmla="*/ 1738003 w 1744202"/>
                    <a:gd name="connsiteY86" fmla="*/ 1130418 h 1166233"/>
                    <a:gd name="connsiteX87" fmla="*/ 1723175 w 1744202"/>
                    <a:gd name="connsiteY87" fmla="*/ 1166233 h 1166233"/>
                    <a:gd name="connsiteX88" fmla="*/ 21034 w 1744202"/>
                    <a:gd name="connsiteY88" fmla="*/ 1166233 h 1166233"/>
                    <a:gd name="connsiteX89" fmla="*/ 5861 w 1744202"/>
                    <a:gd name="connsiteY89" fmla="*/ 1130764 h 1166233"/>
                    <a:gd name="connsiteX90" fmla="*/ 237967 w 1744202"/>
                    <a:gd name="connsiteY90" fmla="*/ 889426 h 1166233"/>
                    <a:gd name="connsiteX91" fmla="*/ 284268 w 1744202"/>
                    <a:gd name="connsiteY91" fmla="*/ 869693 h 1166233"/>
                    <a:gd name="connsiteX92" fmla="*/ 370268 w 1744202"/>
                    <a:gd name="connsiteY92" fmla="*/ 869693 h 1166233"/>
                    <a:gd name="connsiteX93" fmla="*/ 370268 w 1744202"/>
                    <a:gd name="connsiteY93" fmla="*/ 408231 h 1166233"/>
                    <a:gd name="connsiteX94" fmla="*/ 197697 w 1744202"/>
                    <a:gd name="connsiteY94" fmla="*/ 408231 h 1166233"/>
                    <a:gd name="connsiteX95" fmla="*/ 192905 w 1744202"/>
                    <a:gd name="connsiteY95" fmla="*/ 390661 h 1166233"/>
                    <a:gd name="connsiteX96" fmla="*/ 832751 w 1744202"/>
                    <a:gd name="connsiteY96" fmla="*/ 11893 h 1166233"/>
                    <a:gd name="connsiteX97" fmla="*/ 876206 w 1744202"/>
                    <a:gd name="connsiteY97" fmla="*/ 0 h 1166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744202" h="1166233">
                      <a:moveTo>
                        <a:pt x="193026" y="1086392"/>
                      </a:moveTo>
                      <a:lnTo>
                        <a:pt x="162912" y="1120607"/>
                      </a:lnTo>
                      <a:lnTo>
                        <a:pt x="1581290" y="1120607"/>
                      </a:lnTo>
                      <a:lnTo>
                        <a:pt x="1551176" y="1086392"/>
                      </a:lnTo>
                      <a:close/>
                      <a:moveTo>
                        <a:pt x="278334" y="1000851"/>
                      </a:moveTo>
                      <a:lnTo>
                        <a:pt x="251758" y="1035066"/>
                      </a:lnTo>
                      <a:lnTo>
                        <a:pt x="1501450" y="1035066"/>
                      </a:lnTo>
                      <a:lnTo>
                        <a:pt x="1474874" y="1000851"/>
                      </a:lnTo>
                      <a:close/>
                      <a:moveTo>
                        <a:pt x="360916" y="915310"/>
                      </a:moveTo>
                      <a:lnTo>
                        <a:pt x="338103" y="949525"/>
                      </a:lnTo>
                      <a:lnTo>
                        <a:pt x="1410215" y="949525"/>
                      </a:lnTo>
                      <a:lnTo>
                        <a:pt x="1387403" y="915310"/>
                      </a:lnTo>
                      <a:close/>
                      <a:moveTo>
                        <a:pt x="1227723" y="436286"/>
                      </a:moveTo>
                      <a:cubicBezTo>
                        <a:pt x="1213924" y="436286"/>
                        <a:pt x="1202747" y="447463"/>
                        <a:pt x="1202747" y="461262"/>
                      </a:cubicBezTo>
                      <a:lnTo>
                        <a:pt x="1202747" y="810616"/>
                      </a:lnTo>
                      <a:cubicBezTo>
                        <a:pt x="1202747" y="824414"/>
                        <a:pt x="1213924" y="835591"/>
                        <a:pt x="1227723" y="835591"/>
                      </a:cubicBezTo>
                      <a:lnTo>
                        <a:pt x="1280529" y="835591"/>
                      </a:lnTo>
                      <a:cubicBezTo>
                        <a:pt x="1294335" y="835591"/>
                        <a:pt x="1305512" y="824414"/>
                        <a:pt x="1305512" y="810616"/>
                      </a:cubicBezTo>
                      <a:lnTo>
                        <a:pt x="1305512" y="461262"/>
                      </a:lnTo>
                      <a:cubicBezTo>
                        <a:pt x="1305512" y="447463"/>
                        <a:pt x="1294335" y="436286"/>
                        <a:pt x="1280529" y="436286"/>
                      </a:cubicBezTo>
                      <a:close/>
                      <a:moveTo>
                        <a:pt x="1074886" y="436286"/>
                      </a:moveTo>
                      <a:cubicBezTo>
                        <a:pt x="1061087" y="436286"/>
                        <a:pt x="1049910" y="447463"/>
                        <a:pt x="1049910" y="461262"/>
                      </a:cubicBezTo>
                      <a:lnTo>
                        <a:pt x="1049910" y="810616"/>
                      </a:lnTo>
                      <a:cubicBezTo>
                        <a:pt x="1049910" y="824414"/>
                        <a:pt x="1061087" y="835591"/>
                        <a:pt x="1074886" y="835591"/>
                      </a:cubicBezTo>
                      <a:lnTo>
                        <a:pt x="1127692" y="835591"/>
                      </a:lnTo>
                      <a:cubicBezTo>
                        <a:pt x="1141498" y="835591"/>
                        <a:pt x="1152675" y="824414"/>
                        <a:pt x="1152675" y="810616"/>
                      </a:cubicBezTo>
                      <a:lnTo>
                        <a:pt x="1152675" y="461262"/>
                      </a:lnTo>
                      <a:cubicBezTo>
                        <a:pt x="1152675" y="447463"/>
                        <a:pt x="1141498" y="436286"/>
                        <a:pt x="1127692" y="436286"/>
                      </a:cubicBezTo>
                      <a:close/>
                      <a:moveTo>
                        <a:pt x="922056" y="436286"/>
                      </a:moveTo>
                      <a:cubicBezTo>
                        <a:pt x="908257" y="436286"/>
                        <a:pt x="897080" y="447463"/>
                        <a:pt x="897080" y="461262"/>
                      </a:cubicBezTo>
                      <a:lnTo>
                        <a:pt x="897080" y="810616"/>
                      </a:lnTo>
                      <a:cubicBezTo>
                        <a:pt x="897080" y="824414"/>
                        <a:pt x="908257" y="835591"/>
                        <a:pt x="922056" y="835591"/>
                      </a:cubicBezTo>
                      <a:lnTo>
                        <a:pt x="974862" y="835591"/>
                      </a:lnTo>
                      <a:cubicBezTo>
                        <a:pt x="988668" y="835591"/>
                        <a:pt x="999845" y="824414"/>
                        <a:pt x="999845" y="810616"/>
                      </a:cubicBezTo>
                      <a:lnTo>
                        <a:pt x="999845" y="461262"/>
                      </a:lnTo>
                      <a:cubicBezTo>
                        <a:pt x="999845" y="447463"/>
                        <a:pt x="988668" y="436286"/>
                        <a:pt x="974862" y="436286"/>
                      </a:cubicBezTo>
                      <a:close/>
                      <a:moveTo>
                        <a:pt x="769227" y="436286"/>
                      </a:moveTo>
                      <a:cubicBezTo>
                        <a:pt x="755428" y="436286"/>
                        <a:pt x="744251" y="447463"/>
                        <a:pt x="744251" y="461262"/>
                      </a:cubicBezTo>
                      <a:lnTo>
                        <a:pt x="744251" y="810616"/>
                      </a:lnTo>
                      <a:cubicBezTo>
                        <a:pt x="744251" y="824414"/>
                        <a:pt x="755428" y="835591"/>
                        <a:pt x="769227" y="835591"/>
                      </a:cubicBezTo>
                      <a:lnTo>
                        <a:pt x="822033" y="835591"/>
                      </a:lnTo>
                      <a:cubicBezTo>
                        <a:pt x="835839" y="835591"/>
                        <a:pt x="847016" y="824414"/>
                        <a:pt x="847016" y="810616"/>
                      </a:cubicBezTo>
                      <a:lnTo>
                        <a:pt x="847016" y="461262"/>
                      </a:lnTo>
                      <a:cubicBezTo>
                        <a:pt x="847016" y="447463"/>
                        <a:pt x="835839" y="436286"/>
                        <a:pt x="822033" y="436286"/>
                      </a:cubicBezTo>
                      <a:close/>
                      <a:moveTo>
                        <a:pt x="616390" y="436286"/>
                      </a:moveTo>
                      <a:cubicBezTo>
                        <a:pt x="602591" y="436286"/>
                        <a:pt x="591414" y="447463"/>
                        <a:pt x="591414" y="461262"/>
                      </a:cubicBezTo>
                      <a:lnTo>
                        <a:pt x="591414" y="810616"/>
                      </a:lnTo>
                      <a:cubicBezTo>
                        <a:pt x="591414" y="824414"/>
                        <a:pt x="602591" y="835591"/>
                        <a:pt x="616390" y="835591"/>
                      </a:cubicBezTo>
                      <a:lnTo>
                        <a:pt x="669196" y="835591"/>
                      </a:lnTo>
                      <a:cubicBezTo>
                        <a:pt x="683002" y="835591"/>
                        <a:pt x="694179" y="824414"/>
                        <a:pt x="694179" y="810616"/>
                      </a:cubicBezTo>
                      <a:lnTo>
                        <a:pt x="694179" y="461262"/>
                      </a:lnTo>
                      <a:cubicBezTo>
                        <a:pt x="694179" y="447463"/>
                        <a:pt x="683002" y="436286"/>
                        <a:pt x="669196" y="436286"/>
                      </a:cubicBezTo>
                      <a:close/>
                      <a:moveTo>
                        <a:pt x="463561" y="436286"/>
                      </a:moveTo>
                      <a:cubicBezTo>
                        <a:pt x="449762" y="436286"/>
                        <a:pt x="438585" y="447463"/>
                        <a:pt x="438585" y="461262"/>
                      </a:cubicBezTo>
                      <a:lnTo>
                        <a:pt x="438585" y="810616"/>
                      </a:lnTo>
                      <a:cubicBezTo>
                        <a:pt x="438585" y="824414"/>
                        <a:pt x="449762" y="835591"/>
                        <a:pt x="463561" y="835591"/>
                      </a:cubicBezTo>
                      <a:lnTo>
                        <a:pt x="516367" y="835591"/>
                      </a:lnTo>
                      <a:cubicBezTo>
                        <a:pt x="530173" y="835591"/>
                        <a:pt x="541350" y="824414"/>
                        <a:pt x="541350" y="810616"/>
                      </a:cubicBezTo>
                      <a:lnTo>
                        <a:pt x="541350" y="461262"/>
                      </a:lnTo>
                      <a:cubicBezTo>
                        <a:pt x="541350" y="447463"/>
                        <a:pt x="530173" y="436286"/>
                        <a:pt x="516367" y="436286"/>
                      </a:cubicBezTo>
                      <a:close/>
                      <a:moveTo>
                        <a:pt x="881906" y="169514"/>
                      </a:moveTo>
                      <a:cubicBezTo>
                        <a:pt x="850980" y="169514"/>
                        <a:pt x="825908" y="194586"/>
                        <a:pt x="825908" y="225512"/>
                      </a:cubicBezTo>
                      <a:cubicBezTo>
                        <a:pt x="825908" y="256446"/>
                        <a:pt x="850980" y="281518"/>
                        <a:pt x="881906" y="281518"/>
                      </a:cubicBezTo>
                      <a:cubicBezTo>
                        <a:pt x="912840" y="281518"/>
                        <a:pt x="937912" y="256446"/>
                        <a:pt x="937912" y="225512"/>
                      </a:cubicBezTo>
                      <a:cubicBezTo>
                        <a:pt x="937912" y="194586"/>
                        <a:pt x="912840" y="169514"/>
                        <a:pt x="881906" y="169514"/>
                      </a:cubicBezTo>
                      <a:close/>
                      <a:moveTo>
                        <a:pt x="881907" y="128569"/>
                      </a:moveTo>
                      <a:cubicBezTo>
                        <a:pt x="935452" y="128569"/>
                        <a:pt x="978858" y="171975"/>
                        <a:pt x="978858" y="225513"/>
                      </a:cubicBezTo>
                      <a:cubicBezTo>
                        <a:pt x="978858" y="279058"/>
                        <a:pt x="935452" y="322464"/>
                        <a:pt x="881907" y="322464"/>
                      </a:cubicBezTo>
                      <a:cubicBezTo>
                        <a:pt x="828369" y="322464"/>
                        <a:pt x="784963" y="279058"/>
                        <a:pt x="784963" y="225513"/>
                      </a:cubicBezTo>
                      <a:cubicBezTo>
                        <a:pt x="784963" y="171975"/>
                        <a:pt x="828369" y="128569"/>
                        <a:pt x="881907" y="128569"/>
                      </a:cubicBezTo>
                      <a:close/>
                      <a:moveTo>
                        <a:pt x="876210" y="69258"/>
                      </a:moveTo>
                      <a:cubicBezTo>
                        <a:pt x="860498" y="69258"/>
                        <a:pt x="844786" y="73592"/>
                        <a:pt x="830927" y="82261"/>
                      </a:cubicBezTo>
                      <a:lnTo>
                        <a:pt x="448846" y="321660"/>
                      </a:lnTo>
                      <a:cubicBezTo>
                        <a:pt x="440869" y="326678"/>
                        <a:pt x="444399" y="339109"/>
                        <a:pt x="453872" y="339109"/>
                      </a:cubicBezTo>
                      <a:lnTo>
                        <a:pt x="1298549" y="339109"/>
                      </a:lnTo>
                      <a:cubicBezTo>
                        <a:pt x="1308021" y="339109"/>
                        <a:pt x="1311551" y="326678"/>
                        <a:pt x="1303575" y="321660"/>
                      </a:cubicBezTo>
                      <a:lnTo>
                        <a:pt x="921494" y="82261"/>
                      </a:lnTo>
                      <a:cubicBezTo>
                        <a:pt x="907635" y="73592"/>
                        <a:pt x="891923" y="69258"/>
                        <a:pt x="876210" y="69258"/>
                      </a:cubicBezTo>
                      <a:close/>
                      <a:moveTo>
                        <a:pt x="876206" y="0"/>
                      </a:moveTo>
                      <a:cubicBezTo>
                        <a:pt x="891232" y="0"/>
                        <a:pt x="906259" y="3964"/>
                        <a:pt x="919660" y="11893"/>
                      </a:cubicBezTo>
                      <a:lnTo>
                        <a:pt x="1559386" y="390661"/>
                      </a:lnTo>
                      <a:cubicBezTo>
                        <a:pt x="1567604" y="395567"/>
                        <a:pt x="1564178" y="408231"/>
                        <a:pt x="1554601" y="408231"/>
                      </a:cubicBezTo>
                      <a:lnTo>
                        <a:pt x="1373942" y="408231"/>
                      </a:lnTo>
                      <a:lnTo>
                        <a:pt x="1373942" y="869693"/>
                      </a:lnTo>
                      <a:lnTo>
                        <a:pt x="1450702" y="869693"/>
                      </a:lnTo>
                      <a:cubicBezTo>
                        <a:pt x="1467693" y="869693"/>
                        <a:pt x="1484121" y="876424"/>
                        <a:pt x="1496094" y="888509"/>
                      </a:cubicBezTo>
                      <a:lnTo>
                        <a:pt x="1738003" y="1130418"/>
                      </a:lnTo>
                      <a:cubicBezTo>
                        <a:pt x="1751238" y="1143654"/>
                        <a:pt x="1741878" y="1166233"/>
                        <a:pt x="1723175" y="1166233"/>
                      </a:cubicBezTo>
                      <a:lnTo>
                        <a:pt x="21034" y="1166233"/>
                      </a:lnTo>
                      <a:cubicBezTo>
                        <a:pt x="2556" y="1166233"/>
                        <a:pt x="-6908" y="1144112"/>
                        <a:pt x="5861" y="1130764"/>
                      </a:cubicBezTo>
                      <a:lnTo>
                        <a:pt x="237967" y="889426"/>
                      </a:lnTo>
                      <a:cubicBezTo>
                        <a:pt x="250053" y="876882"/>
                        <a:pt x="266819" y="869693"/>
                        <a:pt x="284268" y="869693"/>
                      </a:cubicBezTo>
                      <a:lnTo>
                        <a:pt x="370268" y="869693"/>
                      </a:lnTo>
                      <a:lnTo>
                        <a:pt x="370268" y="408231"/>
                      </a:lnTo>
                      <a:lnTo>
                        <a:pt x="197697" y="408231"/>
                      </a:lnTo>
                      <a:cubicBezTo>
                        <a:pt x="188112" y="408231"/>
                        <a:pt x="184695" y="395567"/>
                        <a:pt x="192905" y="390661"/>
                      </a:cubicBezTo>
                      <a:lnTo>
                        <a:pt x="832751" y="11893"/>
                      </a:lnTo>
                      <a:cubicBezTo>
                        <a:pt x="846152" y="3964"/>
                        <a:pt x="861179" y="0"/>
                        <a:pt x="876206" y="0"/>
                      </a:cubicBezTo>
                      <a:close/>
                    </a:path>
                  </a:pathLst>
                </a:custGeom>
                <a:grpFill/>
                <a:ln w="141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grpSp>
          <p:sp>
            <p:nvSpPr>
              <p:cNvPr id="29" name="사각형: 둥근 모서리 206">
                <a:extLst>
                  <a:ext uri="{FF2B5EF4-FFF2-40B4-BE49-F238E27FC236}">
                    <a16:creationId xmlns:a16="http://schemas.microsoft.com/office/drawing/2014/main" id="{F0D689EB-DCA7-10BD-AF7F-9BD4C7B0C9A4}"/>
                  </a:ext>
                </a:extLst>
              </p:cNvPr>
              <p:cNvSpPr/>
              <p:nvPr/>
            </p:nvSpPr>
            <p:spPr>
              <a:xfrm>
                <a:off x="768939" y="3908338"/>
                <a:ext cx="1416864" cy="63484"/>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a:p>
            </p:txBody>
          </p:sp>
          <p:sp>
            <p:nvSpPr>
              <p:cNvPr id="30" name="사각형: 둥근 모서리 207">
                <a:extLst>
                  <a:ext uri="{FF2B5EF4-FFF2-40B4-BE49-F238E27FC236}">
                    <a16:creationId xmlns:a16="http://schemas.microsoft.com/office/drawing/2014/main" id="{486593FD-E686-478D-9897-C69130424171}"/>
                  </a:ext>
                </a:extLst>
              </p:cNvPr>
              <p:cNvSpPr/>
              <p:nvPr/>
            </p:nvSpPr>
            <p:spPr>
              <a:xfrm>
                <a:off x="768939" y="4025695"/>
                <a:ext cx="1416864" cy="63484"/>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a:p>
            </p:txBody>
          </p:sp>
          <p:sp>
            <p:nvSpPr>
              <p:cNvPr id="31" name="사각형: 둥근 모서리 208">
                <a:extLst>
                  <a:ext uri="{FF2B5EF4-FFF2-40B4-BE49-F238E27FC236}">
                    <a16:creationId xmlns:a16="http://schemas.microsoft.com/office/drawing/2014/main" id="{F59173A3-1C7C-13FF-99F5-F4139E252C8A}"/>
                  </a:ext>
                </a:extLst>
              </p:cNvPr>
              <p:cNvSpPr/>
              <p:nvPr/>
            </p:nvSpPr>
            <p:spPr>
              <a:xfrm>
                <a:off x="768939" y="4143052"/>
                <a:ext cx="1416864" cy="63484"/>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a:p>
            </p:txBody>
          </p:sp>
          <p:sp>
            <p:nvSpPr>
              <p:cNvPr id="32" name="사각형: 둥근 모서리 209">
                <a:extLst>
                  <a:ext uri="{FF2B5EF4-FFF2-40B4-BE49-F238E27FC236}">
                    <a16:creationId xmlns:a16="http://schemas.microsoft.com/office/drawing/2014/main" id="{4240A368-40F0-A404-82DF-DD499799E411}"/>
                  </a:ext>
                </a:extLst>
              </p:cNvPr>
              <p:cNvSpPr/>
              <p:nvPr/>
            </p:nvSpPr>
            <p:spPr>
              <a:xfrm>
                <a:off x="768939" y="4260411"/>
                <a:ext cx="1416864" cy="63484"/>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a:p>
            </p:txBody>
          </p:sp>
          <p:sp>
            <p:nvSpPr>
              <p:cNvPr id="33" name="사각형: 둥근 모서리 210">
                <a:extLst>
                  <a:ext uri="{FF2B5EF4-FFF2-40B4-BE49-F238E27FC236}">
                    <a16:creationId xmlns:a16="http://schemas.microsoft.com/office/drawing/2014/main" id="{01D7019A-31F3-CD35-449B-F9FB2DDFAA1F}"/>
                  </a:ext>
                </a:extLst>
              </p:cNvPr>
              <p:cNvSpPr/>
              <p:nvPr/>
            </p:nvSpPr>
            <p:spPr>
              <a:xfrm>
                <a:off x="770830" y="4430706"/>
                <a:ext cx="571355" cy="63484"/>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a:p>
            </p:txBody>
          </p:sp>
          <p:sp>
            <p:nvSpPr>
              <p:cNvPr id="34" name="자유형: 도형 211">
                <a:extLst>
                  <a:ext uri="{FF2B5EF4-FFF2-40B4-BE49-F238E27FC236}">
                    <a16:creationId xmlns:a16="http://schemas.microsoft.com/office/drawing/2014/main" id="{F5BA2B90-FE5F-BE17-626F-7AECAA78EDCD}"/>
                  </a:ext>
                </a:extLst>
              </p:cNvPr>
              <p:cNvSpPr/>
              <p:nvPr/>
            </p:nvSpPr>
            <p:spPr>
              <a:xfrm>
                <a:off x="631955" y="3620724"/>
                <a:ext cx="1703524" cy="1025104"/>
              </a:xfrm>
              <a:custGeom>
                <a:avLst/>
                <a:gdLst>
                  <a:gd name="connsiteX0" fmla="*/ 0 w 966022"/>
                  <a:gd name="connsiteY0" fmla="*/ 0 h 581309"/>
                  <a:gd name="connsiteX1" fmla="*/ 94021 w 966022"/>
                  <a:gd name="connsiteY1" fmla="*/ 0 h 581309"/>
                  <a:gd name="connsiteX2" fmla="*/ 94021 w 966022"/>
                  <a:gd name="connsiteY2" fmla="*/ 18276 h 581309"/>
                  <a:gd name="connsiteX3" fmla="*/ 18276 w 966022"/>
                  <a:gd name="connsiteY3" fmla="*/ 18276 h 581309"/>
                  <a:gd name="connsiteX4" fmla="*/ 18276 w 966022"/>
                  <a:gd name="connsiteY4" fmla="*/ 563033 h 581309"/>
                  <a:gd name="connsiteX5" fmla="*/ 947746 w 966022"/>
                  <a:gd name="connsiteY5" fmla="*/ 563033 h 581309"/>
                  <a:gd name="connsiteX6" fmla="*/ 947746 w 966022"/>
                  <a:gd name="connsiteY6" fmla="*/ 18276 h 581309"/>
                  <a:gd name="connsiteX7" fmla="*/ 872001 w 966022"/>
                  <a:gd name="connsiteY7" fmla="*/ 18276 h 581309"/>
                  <a:gd name="connsiteX8" fmla="*/ 872001 w 966022"/>
                  <a:gd name="connsiteY8" fmla="*/ 0 h 581309"/>
                  <a:gd name="connsiteX9" fmla="*/ 966022 w 966022"/>
                  <a:gd name="connsiteY9" fmla="*/ 0 h 581309"/>
                  <a:gd name="connsiteX10" fmla="*/ 966022 w 966022"/>
                  <a:gd name="connsiteY10" fmla="*/ 581309 h 581309"/>
                  <a:gd name="connsiteX11" fmla="*/ 0 w 966022"/>
                  <a:gd name="connsiteY11" fmla="*/ 581309 h 581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66022" h="581309">
                    <a:moveTo>
                      <a:pt x="0" y="0"/>
                    </a:moveTo>
                    <a:lnTo>
                      <a:pt x="94021" y="0"/>
                    </a:lnTo>
                    <a:lnTo>
                      <a:pt x="94021" y="18276"/>
                    </a:lnTo>
                    <a:lnTo>
                      <a:pt x="18276" y="18276"/>
                    </a:lnTo>
                    <a:lnTo>
                      <a:pt x="18276" y="563033"/>
                    </a:lnTo>
                    <a:lnTo>
                      <a:pt x="947746" y="563033"/>
                    </a:lnTo>
                    <a:lnTo>
                      <a:pt x="947746" y="18276"/>
                    </a:lnTo>
                    <a:lnTo>
                      <a:pt x="872001" y="18276"/>
                    </a:lnTo>
                    <a:lnTo>
                      <a:pt x="872001" y="0"/>
                    </a:lnTo>
                    <a:lnTo>
                      <a:pt x="966022" y="0"/>
                    </a:lnTo>
                    <a:lnTo>
                      <a:pt x="966022" y="581309"/>
                    </a:lnTo>
                    <a:lnTo>
                      <a:pt x="0" y="581309"/>
                    </a:ln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ko-KR" altLang="en-US">
                  <a:solidFill>
                    <a:schemeClr val="tx1"/>
                  </a:solidFill>
                </a:endParaRPr>
              </a:p>
            </p:txBody>
          </p:sp>
          <p:sp>
            <p:nvSpPr>
              <p:cNvPr id="35" name="Freeform: Shape 34">
                <a:extLst>
                  <a:ext uri="{FF2B5EF4-FFF2-40B4-BE49-F238E27FC236}">
                    <a16:creationId xmlns:a16="http://schemas.microsoft.com/office/drawing/2014/main" id="{9AA5AE8E-DC50-D499-9C1E-DCEAA8E7E2BD}"/>
                  </a:ext>
                </a:extLst>
              </p:cNvPr>
              <p:cNvSpPr/>
              <p:nvPr/>
            </p:nvSpPr>
            <p:spPr>
              <a:xfrm>
                <a:off x="1941628" y="4399190"/>
                <a:ext cx="258969" cy="315441"/>
              </a:xfrm>
              <a:custGeom>
                <a:avLst/>
                <a:gdLst>
                  <a:gd name="connsiteX0" fmla="*/ 256933 w 256933"/>
                  <a:gd name="connsiteY0" fmla="*/ 280300 h 312963"/>
                  <a:gd name="connsiteX1" fmla="*/ 235045 w 256933"/>
                  <a:gd name="connsiteY1" fmla="*/ 272218 h 312963"/>
                  <a:gd name="connsiteX2" fmla="*/ 203728 w 256933"/>
                  <a:gd name="connsiteY2" fmla="*/ 290065 h 312963"/>
                  <a:gd name="connsiteX3" fmla="*/ 199687 w 256933"/>
                  <a:gd name="connsiteY3" fmla="*/ 310270 h 312963"/>
                  <a:gd name="connsiteX4" fmla="*/ 177126 w 256933"/>
                  <a:gd name="connsiteY4" fmla="*/ 266830 h 312963"/>
                  <a:gd name="connsiteX5" fmla="*/ 153890 w 256933"/>
                  <a:gd name="connsiteY5" fmla="*/ 216656 h 312963"/>
                  <a:gd name="connsiteX6" fmla="*/ 125604 w 256933"/>
                  <a:gd name="connsiteY6" fmla="*/ 198472 h 312963"/>
                  <a:gd name="connsiteX7" fmla="*/ 104726 w 256933"/>
                  <a:gd name="connsiteY7" fmla="*/ 212278 h 312963"/>
                  <a:gd name="connsiteX8" fmla="*/ 57583 w 256933"/>
                  <a:gd name="connsiteY8" fmla="*/ 312964 h 312963"/>
                  <a:gd name="connsiteX9" fmla="*/ 49838 w 256933"/>
                  <a:gd name="connsiteY9" fmla="*/ 275922 h 312963"/>
                  <a:gd name="connsiteX10" fmla="*/ 33001 w 256933"/>
                  <a:gd name="connsiteY10" fmla="*/ 267504 h 312963"/>
                  <a:gd name="connsiteX11" fmla="*/ 0 w 256933"/>
                  <a:gd name="connsiteY11" fmla="*/ 280973 h 312963"/>
                  <a:gd name="connsiteX12" fmla="*/ 26603 w 256933"/>
                  <a:gd name="connsiteY12" fmla="*/ 223391 h 312963"/>
                  <a:gd name="connsiteX13" fmla="*/ 48491 w 256933"/>
                  <a:gd name="connsiteY13" fmla="*/ 177931 h 312963"/>
                  <a:gd name="connsiteX14" fmla="*/ 46807 w 256933"/>
                  <a:gd name="connsiteY14" fmla="*/ 156716 h 312963"/>
                  <a:gd name="connsiteX15" fmla="*/ 47144 w 256933"/>
                  <a:gd name="connsiteY15" fmla="*/ 41887 h 312963"/>
                  <a:gd name="connsiteX16" fmla="*/ 155574 w 256933"/>
                  <a:gd name="connsiteY16" fmla="*/ 3499 h 312963"/>
                  <a:gd name="connsiteX17" fmla="*/ 212147 w 256933"/>
                  <a:gd name="connsiteY17" fmla="*/ 153349 h 312963"/>
                  <a:gd name="connsiteX18" fmla="*/ 210126 w 256933"/>
                  <a:gd name="connsiteY18" fmla="*/ 181972 h 312963"/>
                  <a:gd name="connsiteX19" fmla="*/ 256933 w 256933"/>
                  <a:gd name="connsiteY19" fmla="*/ 280300 h 31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6933" h="312963">
                    <a:moveTo>
                      <a:pt x="256933" y="280300"/>
                    </a:moveTo>
                    <a:cubicBezTo>
                      <a:pt x="247168" y="276933"/>
                      <a:pt x="241106" y="274575"/>
                      <a:pt x="235045" y="272218"/>
                    </a:cubicBezTo>
                    <a:cubicBezTo>
                      <a:pt x="208443" y="262116"/>
                      <a:pt x="208443" y="262116"/>
                      <a:pt x="203728" y="290065"/>
                    </a:cubicBezTo>
                    <a:cubicBezTo>
                      <a:pt x="202718" y="296127"/>
                      <a:pt x="201371" y="302188"/>
                      <a:pt x="199687" y="310270"/>
                    </a:cubicBezTo>
                    <a:cubicBezTo>
                      <a:pt x="188575" y="296463"/>
                      <a:pt x="184197" y="280973"/>
                      <a:pt x="177126" y="266830"/>
                    </a:cubicBezTo>
                    <a:cubicBezTo>
                      <a:pt x="168707" y="250330"/>
                      <a:pt x="160289" y="233830"/>
                      <a:pt x="153890" y="216656"/>
                    </a:cubicBezTo>
                    <a:cubicBezTo>
                      <a:pt x="148503" y="202176"/>
                      <a:pt x="141094" y="197462"/>
                      <a:pt x="125604" y="198472"/>
                    </a:cubicBezTo>
                    <a:cubicBezTo>
                      <a:pt x="114155" y="199145"/>
                      <a:pt x="109104" y="202513"/>
                      <a:pt x="104726" y="212278"/>
                    </a:cubicBezTo>
                    <a:cubicBezTo>
                      <a:pt x="89910" y="244605"/>
                      <a:pt x="74420" y="276596"/>
                      <a:pt x="57583" y="312964"/>
                    </a:cubicBezTo>
                    <a:cubicBezTo>
                      <a:pt x="54215" y="297810"/>
                      <a:pt x="50511" y="287035"/>
                      <a:pt x="49838" y="275922"/>
                    </a:cubicBezTo>
                    <a:cubicBezTo>
                      <a:pt x="48827" y="261779"/>
                      <a:pt x="42766" y="262789"/>
                      <a:pt x="33001" y="267504"/>
                    </a:cubicBezTo>
                    <a:cubicBezTo>
                      <a:pt x="23572" y="271881"/>
                      <a:pt x="13470" y="275586"/>
                      <a:pt x="0" y="280973"/>
                    </a:cubicBezTo>
                    <a:cubicBezTo>
                      <a:pt x="9765" y="260096"/>
                      <a:pt x="17847" y="241575"/>
                      <a:pt x="26603" y="223391"/>
                    </a:cubicBezTo>
                    <a:cubicBezTo>
                      <a:pt x="33674" y="208237"/>
                      <a:pt x="40746" y="193084"/>
                      <a:pt x="48491" y="177931"/>
                    </a:cubicBezTo>
                    <a:cubicBezTo>
                      <a:pt x="52531" y="170186"/>
                      <a:pt x="51858" y="164461"/>
                      <a:pt x="46807" y="156716"/>
                    </a:cubicBezTo>
                    <a:cubicBezTo>
                      <a:pt x="22225" y="119675"/>
                      <a:pt x="22898" y="76235"/>
                      <a:pt x="47144" y="41887"/>
                    </a:cubicBezTo>
                    <a:cubicBezTo>
                      <a:pt x="71726" y="7203"/>
                      <a:pt x="112808" y="-7277"/>
                      <a:pt x="155574" y="3499"/>
                    </a:cubicBezTo>
                    <a:cubicBezTo>
                      <a:pt x="219218" y="19326"/>
                      <a:pt x="248515" y="96439"/>
                      <a:pt x="212147" y="153349"/>
                    </a:cubicBezTo>
                    <a:cubicBezTo>
                      <a:pt x="205749" y="163451"/>
                      <a:pt x="204738" y="170859"/>
                      <a:pt x="210126" y="181972"/>
                    </a:cubicBezTo>
                    <a:cubicBezTo>
                      <a:pt x="225953" y="213288"/>
                      <a:pt x="240433" y="245279"/>
                      <a:pt x="256933" y="280300"/>
                    </a:cubicBezTo>
                    <a:close/>
                  </a:path>
                </a:pathLst>
              </a:custGeom>
              <a:solidFill>
                <a:schemeClr val="accent1"/>
              </a:solidFill>
              <a:ln w="3363"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2" name="자유형: 도형 199">
              <a:extLst>
                <a:ext uri="{FF2B5EF4-FFF2-40B4-BE49-F238E27FC236}">
                  <a16:creationId xmlns:a16="http://schemas.microsoft.com/office/drawing/2014/main" id="{6516A85F-5AE4-A4D2-1FBE-621B6B9516A9}"/>
                </a:ext>
              </a:extLst>
            </p:cNvPr>
            <p:cNvSpPr/>
            <p:nvPr/>
          </p:nvSpPr>
          <p:spPr>
            <a:xfrm>
              <a:off x="2267763" y="2147227"/>
              <a:ext cx="1749704" cy="3776509"/>
            </a:xfrm>
            <a:custGeom>
              <a:avLst/>
              <a:gdLst>
                <a:gd name="connsiteX0" fmla="*/ 1841056 w 2385361"/>
                <a:gd name="connsiteY0" fmla="*/ 1780729 h 5148490"/>
                <a:gd name="connsiteX1" fmla="*/ 1748825 w 2385361"/>
                <a:gd name="connsiteY1" fmla="*/ 1888381 h 5148490"/>
                <a:gd name="connsiteX2" fmla="*/ 1615817 w 2385361"/>
                <a:gd name="connsiteY2" fmla="*/ 2068469 h 5148490"/>
                <a:gd name="connsiteX3" fmla="*/ 1335417 w 2385361"/>
                <a:gd name="connsiteY3" fmla="*/ 2669452 h 5148490"/>
                <a:gd name="connsiteX4" fmla="*/ 1135831 w 2385361"/>
                <a:gd name="connsiteY4" fmla="*/ 2951186 h 5148490"/>
                <a:gd name="connsiteX5" fmla="*/ 960711 w 2385361"/>
                <a:gd name="connsiteY5" fmla="*/ 3089384 h 5148490"/>
                <a:gd name="connsiteX6" fmla="*/ 862252 w 2385361"/>
                <a:gd name="connsiteY6" fmla="*/ 3092053 h 5148490"/>
                <a:gd name="connsiteX7" fmla="*/ 1323036 w 2385361"/>
                <a:gd name="connsiteY7" fmla="*/ 3562252 h 5148490"/>
                <a:gd name="connsiteX8" fmla="*/ 1769288 w 2385361"/>
                <a:gd name="connsiteY8" fmla="*/ 3857183 h 5148490"/>
                <a:gd name="connsiteX9" fmla="*/ 2121530 w 2385361"/>
                <a:gd name="connsiteY9" fmla="*/ 4060329 h 5148490"/>
                <a:gd name="connsiteX10" fmla="*/ 2169795 w 2385361"/>
                <a:gd name="connsiteY10" fmla="*/ 4429474 h 5148490"/>
                <a:gd name="connsiteX11" fmla="*/ 2384876 w 2385361"/>
                <a:gd name="connsiteY11" fmla="*/ 5143151 h 5148490"/>
                <a:gd name="connsiteX12" fmla="*/ 2108258 w 2385361"/>
                <a:gd name="connsiteY12" fmla="*/ 5066045 h 5148490"/>
                <a:gd name="connsiteX13" fmla="*/ 1496895 w 2385361"/>
                <a:gd name="connsiteY13" fmla="*/ 4630395 h 5148490"/>
                <a:gd name="connsiteX14" fmla="*/ 1145543 w 2385361"/>
                <a:gd name="connsiteY14" fmla="*/ 4295502 h 5148490"/>
                <a:gd name="connsiteX15" fmla="*/ 427937 w 2385361"/>
                <a:gd name="connsiteY15" fmla="*/ 3440291 h 5148490"/>
                <a:gd name="connsiteX16" fmla="*/ 326884 w 2385361"/>
                <a:gd name="connsiteY16" fmla="*/ 3345391 h 5148490"/>
                <a:gd name="connsiteX17" fmla="*/ 212559 w 2385361"/>
                <a:gd name="connsiteY17" fmla="*/ 3206600 h 5148490"/>
                <a:gd name="connsiteX18" fmla="*/ 213597 w 2385361"/>
                <a:gd name="connsiteY18" fmla="*/ 3074556 h 5148490"/>
                <a:gd name="connsiteX19" fmla="*/ 213597 w 2385361"/>
                <a:gd name="connsiteY19" fmla="*/ 2852134 h 5148490"/>
                <a:gd name="connsiteX20" fmla="*/ 100829 w 2385361"/>
                <a:gd name="connsiteY20" fmla="*/ 2709859 h 5148490"/>
                <a:gd name="connsiteX21" fmla="*/ 103572 w 2385361"/>
                <a:gd name="connsiteY21" fmla="*/ 2577073 h 5148490"/>
                <a:gd name="connsiteX22" fmla="*/ 120328 w 2385361"/>
                <a:gd name="connsiteY22" fmla="*/ 2507751 h 5148490"/>
                <a:gd name="connsiteX23" fmla="*/ 171559 w 2385361"/>
                <a:gd name="connsiteY23" fmla="*/ 2402250 h 5148490"/>
                <a:gd name="connsiteX24" fmla="*/ 203588 w 2385361"/>
                <a:gd name="connsiteY24" fmla="*/ 2367403 h 5148490"/>
                <a:gd name="connsiteX25" fmla="*/ 186980 w 2385361"/>
                <a:gd name="connsiteY25" fmla="*/ 2364215 h 5148490"/>
                <a:gd name="connsiteX26" fmla="*/ 115954 w 2385361"/>
                <a:gd name="connsiteY26" fmla="*/ 2378228 h 5148490"/>
                <a:gd name="connsiteX27" fmla="*/ 58421 w 2385361"/>
                <a:gd name="connsiteY27" fmla="*/ 2330630 h 5148490"/>
                <a:gd name="connsiteX28" fmla="*/ 72878 w 2385361"/>
                <a:gd name="connsiteY28" fmla="*/ 2249298 h 5148490"/>
                <a:gd name="connsiteX29" fmla="*/ 51451 w 2385361"/>
                <a:gd name="connsiteY29" fmla="*/ 2208224 h 5148490"/>
                <a:gd name="connsiteX30" fmla="*/ 17940 w 2385361"/>
                <a:gd name="connsiteY30" fmla="*/ 2191913 h 5148490"/>
                <a:gd name="connsiteX31" fmla="*/ 6300 w 2385361"/>
                <a:gd name="connsiteY31" fmla="*/ 2142906 h 5148490"/>
                <a:gd name="connsiteX32" fmla="*/ 153914 w 2385361"/>
                <a:gd name="connsiteY32" fmla="*/ 2048896 h 5148490"/>
                <a:gd name="connsiteX33" fmla="*/ 269943 w 2385361"/>
                <a:gd name="connsiteY33" fmla="*/ 2059720 h 5148490"/>
                <a:gd name="connsiteX34" fmla="*/ 485248 w 2385361"/>
                <a:gd name="connsiteY34" fmla="*/ 2115845 h 5148490"/>
                <a:gd name="connsiteX35" fmla="*/ 524023 w 2385361"/>
                <a:gd name="connsiteY35" fmla="*/ 2130450 h 5148490"/>
                <a:gd name="connsiteX36" fmla="*/ 526618 w 2385361"/>
                <a:gd name="connsiteY36" fmla="*/ 2091378 h 5148490"/>
                <a:gd name="connsiteX37" fmla="*/ 557090 w 2385361"/>
                <a:gd name="connsiteY37" fmla="*/ 2004115 h 5148490"/>
                <a:gd name="connsiteX38" fmla="*/ 600091 w 2385361"/>
                <a:gd name="connsiteY38" fmla="*/ 1836557 h 5148490"/>
                <a:gd name="connsiteX39" fmla="*/ 445731 w 2385361"/>
                <a:gd name="connsiteY39" fmla="*/ 1312235 h 5148490"/>
                <a:gd name="connsiteX40" fmla="*/ 409995 w 2385361"/>
                <a:gd name="connsiteY40" fmla="*/ 1291328 h 5148490"/>
                <a:gd name="connsiteX41" fmla="*/ 247850 w 2385361"/>
                <a:gd name="connsiteY41" fmla="*/ 1210069 h 5148490"/>
                <a:gd name="connsiteX42" fmla="*/ 211002 w 2385361"/>
                <a:gd name="connsiteY42" fmla="*/ 1132519 h 5148490"/>
                <a:gd name="connsiteX43" fmla="*/ 211298 w 2385361"/>
                <a:gd name="connsiteY43" fmla="*/ 937900 h 5148490"/>
                <a:gd name="connsiteX44" fmla="*/ 213671 w 2385361"/>
                <a:gd name="connsiteY44" fmla="*/ 868578 h 5148490"/>
                <a:gd name="connsiteX45" fmla="*/ 189353 w 2385361"/>
                <a:gd name="connsiteY45" fmla="*/ 844557 h 5148490"/>
                <a:gd name="connsiteX46" fmla="*/ 125221 w 2385361"/>
                <a:gd name="connsiteY46" fmla="*/ 844334 h 5148490"/>
                <a:gd name="connsiteX47" fmla="*/ 93118 w 2385361"/>
                <a:gd name="connsiteY47" fmla="*/ 835289 h 5148490"/>
                <a:gd name="connsiteX48" fmla="*/ 114619 w 2385361"/>
                <a:gd name="connsiteY48" fmla="*/ 766635 h 5148490"/>
                <a:gd name="connsiteX49" fmla="*/ 122552 w 2385361"/>
                <a:gd name="connsiteY49" fmla="*/ 736311 h 5148490"/>
                <a:gd name="connsiteX50" fmla="*/ 182310 w 2385361"/>
                <a:gd name="connsiteY50" fmla="*/ 723559 h 5148490"/>
                <a:gd name="connsiteX51" fmla="*/ 397836 w 2385361"/>
                <a:gd name="connsiteY51" fmla="*/ 896677 h 5148490"/>
                <a:gd name="connsiteX52" fmla="*/ 407919 w 2385361"/>
                <a:gd name="connsiteY52" fmla="*/ 905500 h 5148490"/>
                <a:gd name="connsiteX53" fmla="*/ 443951 w 2385361"/>
                <a:gd name="connsiteY53" fmla="*/ 892081 h 5148490"/>
                <a:gd name="connsiteX54" fmla="*/ 498667 w 2385361"/>
                <a:gd name="connsiteY54" fmla="*/ 530942 h 5148490"/>
                <a:gd name="connsiteX55" fmla="*/ 496295 w 2385361"/>
                <a:gd name="connsiteY55" fmla="*/ 480156 h 5148490"/>
                <a:gd name="connsiteX56" fmla="*/ 481022 w 2385361"/>
                <a:gd name="connsiteY56" fmla="*/ 384737 h 5148490"/>
                <a:gd name="connsiteX57" fmla="*/ 510159 w 2385361"/>
                <a:gd name="connsiteY57" fmla="*/ 293396 h 5148490"/>
                <a:gd name="connsiteX58" fmla="*/ 610323 w 2385361"/>
                <a:gd name="connsiteY58" fmla="*/ 217550 h 5148490"/>
                <a:gd name="connsiteX59" fmla="*/ 1057613 w 2385361"/>
                <a:gd name="connsiteY59" fmla="*/ 50808 h 5148490"/>
                <a:gd name="connsiteX60" fmla="*/ 1244076 w 2385361"/>
                <a:gd name="connsiteY60" fmla="*/ 11069 h 5148490"/>
                <a:gd name="connsiteX61" fmla="*/ 1492892 w 2385361"/>
                <a:gd name="connsiteY61" fmla="*/ 8177 h 5148490"/>
                <a:gd name="connsiteX62" fmla="*/ 1700115 w 2385361"/>
                <a:gd name="connsiteY62" fmla="*/ 140666 h 5148490"/>
                <a:gd name="connsiteX63" fmla="*/ 1809101 w 2385361"/>
                <a:gd name="connsiteY63" fmla="*/ 451760 h 5148490"/>
                <a:gd name="connsiteX64" fmla="*/ 1813772 w 2385361"/>
                <a:gd name="connsiteY64" fmla="*/ 571126 h 5148490"/>
                <a:gd name="connsiteX65" fmla="*/ 1816070 w 2385361"/>
                <a:gd name="connsiteY65" fmla="*/ 739796 h 5148490"/>
                <a:gd name="connsiteX66" fmla="*/ 1853586 w 2385361"/>
                <a:gd name="connsiteY66" fmla="*/ 995581 h 5148490"/>
                <a:gd name="connsiteX67" fmla="*/ 1855735 w 2385361"/>
                <a:gd name="connsiteY67" fmla="*/ 1003217 h 5148490"/>
                <a:gd name="connsiteX68" fmla="*/ 1865374 w 2385361"/>
                <a:gd name="connsiteY68" fmla="*/ 1193684 h 5148490"/>
                <a:gd name="connsiteX69" fmla="*/ 1831418 w 2385361"/>
                <a:gd name="connsiteY69" fmla="*/ 1288436 h 5148490"/>
                <a:gd name="connsiteX70" fmla="*/ 1659560 w 2385361"/>
                <a:gd name="connsiteY70" fmla="*/ 1615841 h 5148490"/>
                <a:gd name="connsiteX71" fmla="*/ 1629014 w 2385361"/>
                <a:gd name="connsiteY71" fmla="*/ 1667665 h 5148490"/>
                <a:gd name="connsiteX72" fmla="*/ 1652072 w 2385361"/>
                <a:gd name="connsiteY72" fmla="*/ 1717562 h 5148490"/>
                <a:gd name="connsiteX73" fmla="*/ 1841056 w 2385361"/>
                <a:gd name="connsiteY73" fmla="*/ 1780729 h 5148490"/>
                <a:gd name="connsiteX0" fmla="*/ 1841056 w 2385361"/>
                <a:gd name="connsiteY0" fmla="*/ 1780729 h 5148490"/>
                <a:gd name="connsiteX1" fmla="*/ 1748825 w 2385361"/>
                <a:gd name="connsiteY1" fmla="*/ 1888381 h 5148490"/>
                <a:gd name="connsiteX2" fmla="*/ 1615817 w 2385361"/>
                <a:gd name="connsiteY2" fmla="*/ 2068469 h 5148490"/>
                <a:gd name="connsiteX3" fmla="*/ 1335417 w 2385361"/>
                <a:gd name="connsiteY3" fmla="*/ 2669452 h 5148490"/>
                <a:gd name="connsiteX4" fmla="*/ 1135831 w 2385361"/>
                <a:gd name="connsiteY4" fmla="*/ 2951186 h 5148490"/>
                <a:gd name="connsiteX5" fmla="*/ 960711 w 2385361"/>
                <a:gd name="connsiteY5" fmla="*/ 3089384 h 5148490"/>
                <a:gd name="connsiteX6" fmla="*/ 862252 w 2385361"/>
                <a:gd name="connsiteY6" fmla="*/ 3092053 h 5148490"/>
                <a:gd name="connsiteX7" fmla="*/ 1323036 w 2385361"/>
                <a:gd name="connsiteY7" fmla="*/ 3562252 h 5148490"/>
                <a:gd name="connsiteX8" fmla="*/ 1769288 w 2385361"/>
                <a:gd name="connsiteY8" fmla="*/ 3857183 h 5148490"/>
                <a:gd name="connsiteX9" fmla="*/ 2121530 w 2385361"/>
                <a:gd name="connsiteY9" fmla="*/ 4060329 h 5148490"/>
                <a:gd name="connsiteX10" fmla="*/ 2169795 w 2385361"/>
                <a:gd name="connsiteY10" fmla="*/ 4429474 h 5148490"/>
                <a:gd name="connsiteX11" fmla="*/ 2384876 w 2385361"/>
                <a:gd name="connsiteY11" fmla="*/ 5143151 h 5148490"/>
                <a:gd name="connsiteX12" fmla="*/ 2108258 w 2385361"/>
                <a:gd name="connsiteY12" fmla="*/ 5066045 h 5148490"/>
                <a:gd name="connsiteX13" fmla="*/ 1496895 w 2385361"/>
                <a:gd name="connsiteY13" fmla="*/ 4630395 h 5148490"/>
                <a:gd name="connsiteX14" fmla="*/ 1145543 w 2385361"/>
                <a:gd name="connsiteY14" fmla="*/ 4295502 h 5148490"/>
                <a:gd name="connsiteX15" fmla="*/ 427937 w 2385361"/>
                <a:gd name="connsiteY15" fmla="*/ 3440291 h 5148490"/>
                <a:gd name="connsiteX16" fmla="*/ 326884 w 2385361"/>
                <a:gd name="connsiteY16" fmla="*/ 3345391 h 5148490"/>
                <a:gd name="connsiteX17" fmla="*/ 212559 w 2385361"/>
                <a:gd name="connsiteY17" fmla="*/ 3206600 h 5148490"/>
                <a:gd name="connsiteX18" fmla="*/ 213597 w 2385361"/>
                <a:gd name="connsiteY18" fmla="*/ 3074556 h 5148490"/>
                <a:gd name="connsiteX19" fmla="*/ 213597 w 2385361"/>
                <a:gd name="connsiteY19" fmla="*/ 2852134 h 5148490"/>
                <a:gd name="connsiteX20" fmla="*/ 100829 w 2385361"/>
                <a:gd name="connsiteY20" fmla="*/ 2709859 h 5148490"/>
                <a:gd name="connsiteX21" fmla="*/ 103572 w 2385361"/>
                <a:gd name="connsiteY21" fmla="*/ 2577073 h 5148490"/>
                <a:gd name="connsiteX22" fmla="*/ 120328 w 2385361"/>
                <a:gd name="connsiteY22" fmla="*/ 2507751 h 5148490"/>
                <a:gd name="connsiteX23" fmla="*/ 171559 w 2385361"/>
                <a:gd name="connsiteY23" fmla="*/ 2402250 h 5148490"/>
                <a:gd name="connsiteX24" fmla="*/ 203588 w 2385361"/>
                <a:gd name="connsiteY24" fmla="*/ 2367403 h 5148490"/>
                <a:gd name="connsiteX25" fmla="*/ 186980 w 2385361"/>
                <a:gd name="connsiteY25" fmla="*/ 2364215 h 5148490"/>
                <a:gd name="connsiteX26" fmla="*/ 115954 w 2385361"/>
                <a:gd name="connsiteY26" fmla="*/ 2378228 h 5148490"/>
                <a:gd name="connsiteX27" fmla="*/ 58421 w 2385361"/>
                <a:gd name="connsiteY27" fmla="*/ 2330630 h 5148490"/>
                <a:gd name="connsiteX28" fmla="*/ 72878 w 2385361"/>
                <a:gd name="connsiteY28" fmla="*/ 2249298 h 5148490"/>
                <a:gd name="connsiteX29" fmla="*/ 51451 w 2385361"/>
                <a:gd name="connsiteY29" fmla="*/ 2208224 h 5148490"/>
                <a:gd name="connsiteX30" fmla="*/ 17940 w 2385361"/>
                <a:gd name="connsiteY30" fmla="*/ 2191913 h 5148490"/>
                <a:gd name="connsiteX31" fmla="*/ 6300 w 2385361"/>
                <a:gd name="connsiteY31" fmla="*/ 2142906 h 5148490"/>
                <a:gd name="connsiteX32" fmla="*/ 153914 w 2385361"/>
                <a:gd name="connsiteY32" fmla="*/ 2048896 h 5148490"/>
                <a:gd name="connsiteX33" fmla="*/ 269943 w 2385361"/>
                <a:gd name="connsiteY33" fmla="*/ 2059720 h 5148490"/>
                <a:gd name="connsiteX34" fmla="*/ 485248 w 2385361"/>
                <a:gd name="connsiteY34" fmla="*/ 2115845 h 5148490"/>
                <a:gd name="connsiteX35" fmla="*/ 524023 w 2385361"/>
                <a:gd name="connsiteY35" fmla="*/ 2130450 h 5148490"/>
                <a:gd name="connsiteX36" fmla="*/ 526618 w 2385361"/>
                <a:gd name="connsiteY36" fmla="*/ 2091378 h 5148490"/>
                <a:gd name="connsiteX37" fmla="*/ 557090 w 2385361"/>
                <a:gd name="connsiteY37" fmla="*/ 2004115 h 5148490"/>
                <a:gd name="connsiteX38" fmla="*/ 600091 w 2385361"/>
                <a:gd name="connsiteY38" fmla="*/ 1836557 h 5148490"/>
                <a:gd name="connsiteX39" fmla="*/ 445731 w 2385361"/>
                <a:gd name="connsiteY39" fmla="*/ 1312235 h 5148490"/>
                <a:gd name="connsiteX40" fmla="*/ 409995 w 2385361"/>
                <a:gd name="connsiteY40" fmla="*/ 1291328 h 5148490"/>
                <a:gd name="connsiteX41" fmla="*/ 247850 w 2385361"/>
                <a:gd name="connsiteY41" fmla="*/ 1210069 h 5148490"/>
                <a:gd name="connsiteX42" fmla="*/ 211002 w 2385361"/>
                <a:gd name="connsiteY42" fmla="*/ 1132519 h 5148490"/>
                <a:gd name="connsiteX43" fmla="*/ 211298 w 2385361"/>
                <a:gd name="connsiteY43" fmla="*/ 937900 h 5148490"/>
                <a:gd name="connsiteX44" fmla="*/ 213671 w 2385361"/>
                <a:gd name="connsiteY44" fmla="*/ 868578 h 5148490"/>
                <a:gd name="connsiteX45" fmla="*/ 125221 w 2385361"/>
                <a:gd name="connsiteY45" fmla="*/ 844334 h 5148490"/>
                <a:gd name="connsiteX46" fmla="*/ 93118 w 2385361"/>
                <a:gd name="connsiteY46" fmla="*/ 835289 h 5148490"/>
                <a:gd name="connsiteX47" fmla="*/ 114619 w 2385361"/>
                <a:gd name="connsiteY47" fmla="*/ 766635 h 5148490"/>
                <a:gd name="connsiteX48" fmla="*/ 122552 w 2385361"/>
                <a:gd name="connsiteY48" fmla="*/ 736311 h 5148490"/>
                <a:gd name="connsiteX49" fmla="*/ 182310 w 2385361"/>
                <a:gd name="connsiteY49" fmla="*/ 723559 h 5148490"/>
                <a:gd name="connsiteX50" fmla="*/ 397836 w 2385361"/>
                <a:gd name="connsiteY50" fmla="*/ 896677 h 5148490"/>
                <a:gd name="connsiteX51" fmla="*/ 407919 w 2385361"/>
                <a:gd name="connsiteY51" fmla="*/ 905500 h 5148490"/>
                <a:gd name="connsiteX52" fmla="*/ 443951 w 2385361"/>
                <a:gd name="connsiteY52" fmla="*/ 892081 h 5148490"/>
                <a:gd name="connsiteX53" fmla="*/ 498667 w 2385361"/>
                <a:gd name="connsiteY53" fmla="*/ 530942 h 5148490"/>
                <a:gd name="connsiteX54" fmla="*/ 496295 w 2385361"/>
                <a:gd name="connsiteY54" fmla="*/ 480156 h 5148490"/>
                <a:gd name="connsiteX55" fmla="*/ 481022 w 2385361"/>
                <a:gd name="connsiteY55" fmla="*/ 384737 h 5148490"/>
                <a:gd name="connsiteX56" fmla="*/ 510159 w 2385361"/>
                <a:gd name="connsiteY56" fmla="*/ 293396 h 5148490"/>
                <a:gd name="connsiteX57" fmla="*/ 610323 w 2385361"/>
                <a:gd name="connsiteY57" fmla="*/ 217550 h 5148490"/>
                <a:gd name="connsiteX58" fmla="*/ 1057613 w 2385361"/>
                <a:gd name="connsiteY58" fmla="*/ 50808 h 5148490"/>
                <a:gd name="connsiteX59" fmla="*/ 1244076 w 2385361"/>
                <a:gd name="connsiteY59" fmla="*/ 11069 h 5148490"/>
                <a:gd name="connsiteX60" fmla="*/ 1492892 w 2385361"/>
                <a:gd name="connsiteY60" fmla="*/ 8177 h 5148490"/>
                <a:gd name="connsiteX61" fmla="*/ 1700115 w 2385361"/>
                <a:gd name="connsiteY61" fmla="*/ 140666 h 5148490"/>
                <a:gd name="connsiteX62" fmla="*/ 1809101 w 2385361"/>
                <a:gd name="connsiteY62" fmla="*/ 451760 h 5148490"/>
                <a:gd name="connsiteX63" fmla="*/ 1813772 w 2385361"/>
                <a:gd name="connsiteY63" fmla="*/ 571126 h 5148490"/>
                <a:gd name="connsiteX64" fmla="*/ 1816070 w 2385361"/>
                <a:gd name="connsiteY64" fmla="*/ 739796 h 5148490"/>
                <a:gd name="connsiteX65" fmla="*/ 1853586 w 2385361"/>
                <a:gd name="connsiteY65" fmla="*/ 995581 h 5148490"/>
                <a:gd name="connsiteX66" fmla="*/ 1855735 w 2385361"/>
                <a:gd name="connsiteY66" fmla="*/ 1003217 h 5148490"/>
                <a:gd name="connsiteX67" fmla="*/ 1865374 w 2385361"/>
                <a:gd name="connsiteY67" fmla="*/ 1193684 h 5148490"/>
                <a:gd name="connsiteX68" fmla="*/ 1831418 w 2385361"/>
                <a:gd name="connsiteY68" fmla="*/ 1288436 h 5148490"/>
                <a:gd name="connsiteX69" fmla="*/ 1659560 w 2385361"/>
                <a:gd name="connsiteY69" fmla="*/ 1615841 h 5148490"/>
                <a:gd name="connsiteX70" fmla="*/ 1629014 w 2385361"/>
                <a:gd name="connsiteY70" fmla="*/ 1667665 h 5148490"/>
                <a:gd name="connsiteX71" fmla="*/ 1652072 w 2385361"/>
                <a:gd name="connsiteY71" fmla="*/ 1717562 h 5148490"/>
                <a:gd name="connsiteX72" fmla="*/ 1841056 w 2385361"/>
                <a:gd name="connsiteY72" fmla="*/ 1780729 h 5148490"/>
                <a:gd name="connsiteX0" fmla="*/ 1841056 w 2385361"/>
                <a:gd name="connsiteY0" fmla="*/ 1780729 h 5148490"/>
                <a:gd name="connsiteX1" fmla="*/ 1748825 w 2385361"/>
                <a:gd name="connsiteY1" fmla="*/ 1888381 h 5148490"/>
                <a:gd name="connsiteX2" fmla="*/ 1615817 w 2385361"/>
                <a:gd name="connsiteY2" fmla="*/ 2068469 h 5148490"/>
                <a:gd name="connsiteX3" fmla="*/ 1335417 w 2385361"/>
                <a:gd name="connsiteY3" fmla="*/ 2669452 h 5148490"/>
                <a:gd name="connsiteX4" fmla="*/ 1135831 w 2385361"/>
                <a:gd name="connsiteY4" fmla="*/ 2951186 h 5148490"/>
                <a:gd name="connsiteX5" fmla="*/ 960711 w 2385361"/>
                <a:gd name="connsiteY5" fmla="*/ 3089384 h 5148490"/>
                <a:gd name="connsiteX6" fmla="*/ 862252 w 2385361"/>
                <a:gd name="connsiteY6" fmla="*/ 3092053 h 5148490"/>
                <a:gd name="connsiteX7" fmla="*/ 1323036 w 2385361"/>
                <a:gd name="connsiteY7" fmla="*/ 3562252 h 5148490"/>
                <a:gd name="connsiteX8" fmla="*/ 1769288 w 2385361"/>
                <a:gd name="connsiteY8" fmla="*/ 3857183 h 5148490"/>
                <a:gd name="connsiteX9" fmla="*/ 2121530 w 2385361"/>
                <a:gd name="connsiteY9" fmla="*/ 4060329 h 5148490"/>
                <a:gd name="connsiteX10" fmla="*/ 2169795 w 2385361"/>
                <a:gd name="connsiteY10" fmla="*/ 4429474 h 5148490"/>
                <a:gd name="connsiteX11" fmla="*/ 2384876 w 2385361"/>
                <a:gd name="connsiteY11" fmla="*/ 5143151 h 5148490"/>
                <a:gd name="connsiteX12" fmla="*/ 2108258 w 2385361"/>
                <a:gd name="connsiteY12" fmla="*/ 5066045 h 5148490"/>
                <a:gd name="connsiteX13" fmla="*/ 1496895 w 2385361"/>
                <a:gd name="connsiteY13" fmla="*/ 4630395 h 5148490"/>
                <a:gd name="connsiteX14" fmla="*/ 1145543 w 2385361"/>
                <a:gd name="connsiteY14" fmla="*/ 4295502 h 5148490"/>
                <a:gd name="connsiteX15" fmla="*/ 427937 w 2385361"/>
                <a:gd name="connsiteY15" fmla="*/ 3440291 h 5148490"/>
                <a:gd name="connsiteX16" fmla="*/ 326884 w 2385361"/>
                <a:gd name="connsiteY16" fmla="*/ 3345391 h 5148490"/>
                <a:gd name="connsiteX17" fmla="*/ 212559 w 2385361"/>
                <a:gd name="connsiteY17" fmla="*/ 3206600 h 5148490"/>
                <a:gd name="connsiteX18" fmla="*/ 213597 w 2385361"/>
                <a:gd name="connsiteY18" fmla="*/ 3074556 h 5148490"/>
                <a:gd name="connsiteX19" fmla="*/ 213597 w 2385361"/>
                <a:gd name="connsiteY19" fmla="*/ 2852134 h 5148490"/>
                <a:gd name="connsiteX20" fmla="*/ 100829 w 2385361"/>
                <a:gd name="connsiteY20" fmla="*/ 2709859 h 5148490"/>
                <a:gd name="connsiteX21" fmla="*/ 103572 w 2385361"/>
                <a:gd name="connsiteY21" fmla="*/ 2577073 h 5148490"/>
                <a:gd name="connsiteX22" fmla="*/ 120328 w 2385361"/>
                <a:gd name="connsiteY22" fmla="*/ 2507751 h 5148490"/>
                <a:gd name="connsiteX23" fmla="*/ 171559 w 2385361"/>
                <a:gd name="connsiteY23" fmla="*/ 2402250 h 5148490"/>
                <a:gd name="connsiteX24" fmla="*/ 203588 w 2385361"/>
                <a:gd name="connsiteY24" fmla="*/ 2367403 h 5148490"/>
                <a:gd name="connsiteX25" fmla="*/ 186980 w 2385361"/>
                <a:gd name="connsiteY25" fmla="*/ 2364215 h 5148490"/>
                <a:gd name="connsiteX26" fmla="*/ 115954 w 2385361"/>
                <a:gd name="connsiteY26" fmla="*/ 2378228 h 5148490"/>
                <a:gd name="connsiteX27" fmla="*/ 58421 w 2385361"/>
                <a:gd name="connsiteY27" fmla="*/ 2330630 h 5148490"/>
                <a:gd name="connsiteX28" fmla="*/ 72878 w 2385361"/>
                <a:gd name="connsiteY28" fmla="*/ 2249298 h 5148490"/>
                <a:gd name="connsiteX29" fmla="*/ 51451 w 2385361"/>
                <a:gd name="connsiteY29" fmla="*/ 2208224 h 5148490"/>
                <a:gd name="connsiteX30" fmla="*/ 17940 w 2385361"/>
                <a:gd name="connsiteY30" fmla="*/ 2191913 h 5148490"/>
                <a:gd name="connsiteX31" fmla="*/ 6300 w 2385361"/>
                <a:gd name="connsiteY31" fmla="*/ 2142906 h 5148490"/>
                <a:gd name="connsiteX32" fmla="*/ 153914 w 2385361"/>
                <a:gd name="connsiteY32" fmla="*/ 2048896 h 5148490"/>
                <a:gd name="connsiteX33" fmla="*/ 269943 w 2385361"/>
                <a:gd name="connsiteY33" fmla="*/ 2059720 h 5148490"/>
                <a:gd name="connsiteX34" fmla="*/ 485248 w 2385361"/>
                <a:gd name="connsiteY34" fmla="*/ 2115845 h 5148490"/>
                <a:gd name="connsiteX35" fmla="*/ 524023 w 2385361"/>
                <a:gd name="connsiteY35" fmla="*/ 2130450 h 5148490"/>
                <a:gd name="connsiteX36" fmla="*/ 526618 w 2385361"/>
                <a:gd name="connsiteY36" fmla="*/ 2091378 h 5148490"/>
                <a:gd name="connsiteX37" fmla="*/ 557090 w 2385361"/>
                <a:gd name="connsiteY37" fmla="*/ 2004115 h 5148490"/>
                <a:gd name="connsiteX38" fmla="*/ 600091 w 2385361"/>
                <a:gd name="connsiteY38" fmla="*/ 1836557 h 5148490"/>
                <a:gd name="connsiteX39" fmla="*/ 445731 w 2385361"/>
                <a:gd name="connsiteY39" fmla="*/ 1312235 h 5148490"/>
                <a:gd name="connsiteX40" fmla="*/ 409995 w 2385361"/>
                <a:gd name="connsiteY40" fmla="*/ 1291328 h 5148490"/>
                <a:gd name="connsiteX41" fmla="*/ 247850 w 2385361"/>
                <a:gd name="connsiteY41" fmla="*/ 1210069 h 5148490"/>
                <a:gd name="connsiteX42" fmla="*/ 211002 w 2385361"/>
                <a:gd name="connsiteY42" fmla="*/ 1132519 h 5148490"/>
                <a:gd name="connsiteX43" fmla="*/ 211298 w 2385361"/>
                <a:gd name="connsiteY43" fmla="*/ 937900 h 5148490"/>
                <a:gd name="connsiteX44" fmla="*/ 125221 w 2385361"/>
                <a:gd name="connsiteY44" fmla="*/ 844334 h 5148490"/>
                <a:gd name="connsiteX45" fmla="*/ 93118 w 2385361"/>
                <a:gd name="connsiteY45" fmla="*/ 835289 h 5148490"/>
                <a:gd name="connsiteX46" fmla="*/ 114619 w 2385361"/>
                <a:gd name="connsiteY46" fmla="*/ 766635 h 5148490"/>
                <a:gd name="connsiteX47" fmla="*/ 122552 w 2385361"/>
                <a:gd name="connsiteY47" fmla="*/ 736311 h 5148490"/>
                <a:gd name="connsiteX48" fmla="*/ 182310 w 2385361"/>
                <a:gd name="connsiteY48" fmla="*/ 723559 h 5148490"/>
                <a:gd name="connsiteX49" fmla="*/ 397836 w 2385361"/>
                <a:gd name="connsiteY49" fmla="*/ 896677 h 5148490"/>
                <a:gd name="connsiteX50" fmla="*/ 407919 w 2385361"/>
                <a:gd name="connsiteY50" fmla="*/ 905500 h 5148490"/>
                <a:gd name="connsiteX51" fmla="*/ 443951 w 2385361"/>
                <a:gd name="connsiteY51" fmla="*/ 892081 h 5148490"/>
                <a:gd name="connsiteX52" fmla="*/ 498667 w 2385361"/>
                <a:gd name="connsiteY52" fmla="*/ 530942 h 5148490"/>
                <a:gd name="connsiteX53" fmla="*/ 496295 w 2385361"/>
                <a:gd name="connsiteY53" fmla="*/ 480156 h 5148490"/>
                <a:gd name="connsiteX54" fmla="*/ 481022 w 2385361"/>
                <a:gd name="connsiteY54" fmla="*/ 384737 h 5148490"/>
                <a:gd name="connsiteX55" fmla="*/ 510159 w 2385361"/>
                <a:gd name="connsiteY55" fmla="*/ 293396 h 5148490"/>
                <a:gd name="connsiteX56" fmla="*/ 610323 w 2385361"/>
                <a:gd name="connsiteY56" fmla="*/ 217550 h 5148490"/>
                <a:gd name="connsiteX57" fmla="*/ 1057613 w 2385361"/>
                <a:gd name="connsiteY57" fmla="*/ 50808 h 5148490"/>
                <a:gd name="connsiteX58" fmla="*/ 1244076 w 2385361"/>
                <a:gd name="connsiteY58" fmla="*/ 11069 h 5148490"/>
                <a:gd name="connsiteX59" fmla="*/ 1492892 w 2385361"/>
                <a:gd name="connsiteY59" fmla="*/ 8177 h 5148490"/>
                <a:gd name="connsiteX60" fmla="*/ 1700115 w 2385361"/>
                <a:gd name="connsiteY60" fmla="*/ 140666 h 5148490"/>
                <a:gd name="connsiteX61" fmla="*/ 1809101 w 2385361"/>
                <a:gd name="connsiteY61" fmla="*/ 451760 h 5148490"/>
                <a:gd name="connsiteX62" fmla="*/ 1813772 w 2385361"/>
                <a:gd name="connsiteY62" fmla="*/ 571126 h 5148490"/>
                <a:gd name="connsiteX63" fmla="*/ 1816070 w 2385361"/>
                <a:gd name="connsiteY63" fmla="*/ 739796 h 5148490"/>
                <a:gd name="connsiteX64" fmla="*/ 1853586 w 2385361"/>
                <a:gd name="connsiteY64" fmla="*/ 995581 h 5148490"/>
                <a:gd name="connsiteX65" fmla="*/ 1855735 w 2385361"/>
                <a:gd name="connsiteY65" fmla="*/ 1003217 h 5148490"/>
                <a:gd name="connsiteX66" fmla="*/ 1865374 w 2385361"/>
                <a:gd name="connsiteY66" fmla="*/ 1193684 h 5148490"/>
                <a:gd name="connsiteX67" fmla="*/ 1831418 w 2385361"/>
                <a:gd name="connsiteY67" fmla="*/ 1288436 h 5148490"/>
                <a:gd name="connsiteX68" fmla="*/ 1659560 w 2385361"/>
                <a:gd name="connsiteY68" fmla="*/ 1615841 h 5148490"/>
                <a:gd name="connsiteX69" fmla="*/ 1629014 w 2385361"/>
                <a:gd name="connsiteY69" fmla="*/ 1667665 h 5148490"/>
                <a:gd name="connsiteX70" fmla="*/ 1652072 w 2385361"/>
                <a:gd name="connsiteY70" fmla="*/ 1717562 h 5148490"/>
                <a:gd name="connsiteX71" fmla="*/ 1841056 w 2385361"/>
                <a:gd name="connsiteY71" fmla="*/ 1780729 h 5148490"/>
                <a:gd name="connsiteX0" fmla="*/ 1841056 w 2385361"/>
                <a:gd name="connsiteY0" fmla="*/ 1780729 h 5148490"/>
                <a:gd name="connsiteX1" fmla="*/ 1748825 w 2385361"/>
                <a:gd name="connsiteY1" fmla="*/ 1888381 h 5148490"/>
                <a:gd name="connsiteX2" fmla="*/ 1615817 w 2385361"/>
                <a:gd name="connsiteY2" fmla="*/ 2068469 h 5148490"/>
                <a:gd name="connsiteX3" fmla="*/ 1335417 w 2385361"/>
                <a:gd name="connsiteY3" fmla="*/ 2669452 h 5148490"/>
                <a:gd name="connsiteX4" fmla="*/ 1135831 w 2385361"/>
                <a:gd name="connsiteY4" fmla="*/ 2951186 h 5148490"/>
                <a:gd name="connsiteX5" fmla="*/ 960711 w 2385361"/>
                <a:gd name="connsiteY5" fmla="*/ 3089384 h 5148490"/>
                <a:gd name="connsiteX6" fmla="*/ 862252 w 2385361"/>
                <a:gd name="connsiteY6" fmla="*/ 3092053 h 5148490"/>
                <a:gd name="connsiteX7" fmla="*/ 1323036 w 2385361"/>
                <a:gd name="connsiteY7" fmla="*/ 3562252 h 5148490"/>
                <a:gd name="connsiteX8" fmla="*/ 1769288 w 2385361"/>
                <a:gd name="connsiteY8" fmla="*/ 3857183 h 5148490"/>
                <a:gd name="connsiteX9" fmla="*/ 2121530 w 2385361"/>
                <a:gd name="connsiteY9" fmla="*/ 4060329 h 5148490"/>
                <a:gd name="connsiteX10" fmla="*/ 2169795 w 2385361"/>
                <a:gd name="connsiteY10" fmla="*/ 4429474 h 5148490"/>
                <a:gd name="connsiteX11" fmla="*/ 2384876 w 2385361"/>
                <a:gd name="connsiteY11" fmla="*/ 5143151 h 5148490"/>
                <a:gd name="connsiteX12" fmla="*/ 2108258 w 2385361"/>
                <a:gd name="connsiteY12" fmla="*/ 5066045 h 5148490"/>
                <a:gd name="connsiteX13" fmla="*/ 1496895 w 2385361"/>
                <a:gd name="connsiteY13" fmla="*/ 4630395 h 5148490"/>
                <a:gd name="connsiteX14" fmla="*/ 1145543 w 2385361"/>
                <a:gd name="connsiteY14" fmla="*/ 4295502 h 5148490"/>
                <a:gd name="connsiteX15" fmla="*/ 427937 w 2385361"/>
                <a:gd name="connsiteY15" fmla="*/ 3440291 h 5148490"/>
                <a:gd name="connsiteX16" fmla="*/ 326884 w 2385361"/>
                <a:gd name="connsiteY16" fmla="*/ 3345391 h 5148490"/>
                <a:gd name="connsiteX17" fmla="*/ 212559 w 2385361"/>
                <a:gd name="connsiteY17" fmla="*/ 3206600 h 5148490"/>
                <a:gd name="connsiteX18" fmla="*/ 213597 w 2385361"/>
                <a:gd name="connsiteY18" fmla="*/ 3074556 h 5148490"/>
                <a:gd name="connsiteX19" fmla="*/ 213597 w 2385361"/>
                <a:gd name="connsiteY19" fmla="*/ 2852134 h 5148490"/>
                <a:gd name="connsiteX20" fmla="*/ 100829 w 2385361"/>
                <a:gd name="connsiteY20" fmla="*/ 2709859 h 5148490"/>
                <a:gd name="connsiteX21" fmla="*/ 103572 w 2385361"/>
                <a:gd name="connsiteY21" fmla="*/ 2577073 h 5148490"/>
                <a:gd name="connsiteX22" fmla="*/ 120328 w 2385361"/>
                <a:gd name="connsiteY22" fmla="*/ 2507751 h 5148490"/>
                <a:gd name="connsiteX23" fmla="*/ 171559 w 2385361"/>
                <a:gd name="connsiteY23" fmla="*/ 2402250 h 5148490"/>
                <a:gd name="connsiteX24" fmla="*/ 203588 w 2385361"/>
                <a:gd name="connsiteY24" fmla="*/ 2367403 h 5148490"/>
                <a:gd name="connsiteX25" fmla="*/ 186980 w 2385361"/>
                <a:gd name="connsiteY25" fmla="*/ 2364215 h 5148490"/>
                <a:gd name="connsiteX26" fmla="*/ 115954 w 2385361"/>
                <a:gd name="connsiteY26" fmla="*/ 2378228 h 5148490"/>
                <a:gd name="connsiteX27" fmla="*/ 58421 w 2385361"/>
                <a:gd name="connsiteY27" fmla="*/ 2330630 h 5148490"/>
                <a:gd name="connsiteX28" fmla="*/ 72878 w 2385361"/>
                <a:gd name="connsiteY28" fmla="*/ 2249298 h 5148490"/>
                <a:gd name="connsiteX29" fmla="*/ 51451 w 2385361"/>
                <a:gd name="connsiteY29" fmla="*/ 2208224 h 5148490"/>
                <a:gd name="connsiteX30" fmla="*/ 17940 w 2385361"/>
                <a:gd name="connsiteY30" fmla="*/ 2191913 h 5148490"/>
                <a:gd name="connsiteX31" fmla="*/ 6300 w 2385361"/>
                <a:gd name="connsiteY31" fmla="*/ 2142906 h 5148490"/>
                <a:gd name="connsiteX32" fmla="*/ 153914 w 2385361"/>
                <a:gd name="connsiteY32" fmla="*/ 2048896 h 5148490"/>
                <a:gd name="connsiteX33" fmla="*/ 269943 w 2385361"/>
                <a:gd name="connsiteY33" fmla="*/ 2059720 h 5148490"/>
                <a:gd name="connsiteX34" fmla="*/ 485248 w 2385361"/>
                <a:gd name="connsiteY34" fmla="*/ 2115845 h 5148490"/>
                <a:gd name="connsiteX35" fmla="*/ 524023 w 2385361"/>
                <a:gd name="connsiteY35" fmla="*/ 2130450 h 5148490"/>
                <a:gd name="connsiteX36" fmla="*/ 526618 w 2385361"/>
                <a:gd name="connsiteY36" fmla="*/ 2091378 h 5148490"/>
                <a:gd name="connsiteX37" fmla="*/ 557090 w 2385361"/>
                <a:gd name="connsiteY37" fmla="*/ 2004115 h 5148490"/>
                <a:gd name="connsiteX38" fmla="*/ 600091 w 2385361"/>
                <a:gd name="connsiteY38" fmla="*/ 1836557 h 5148490"/>
                <a:gd name="connsiteX39" fmla="*/ 445731 w 2385361"/>
                <a:gd name="connsiteY39" fmla="*/ 1312235 h 5148490"/>
                <a:gd name="connsiteX40" fmla="*/ 409995 w 2385361"/>
                <a:gd name="connsiteY40" fmla="*/ 1291328 h 5148490"/>
                <a:gd name="connsiteX41" fmla="*/ 247850 w 2385361"/>
                <a:gd name="connsiteY41" fmla="*/ 1210069 h 5148490"/>
                <a:gd name="connsiteX42" fmla="*/ 211002 w 2385361"/>
                <a:gd name="connsiteY42" fmla="*/ 1132519 h 5148490"/>
                <a:gd name="connsiteX43" fmla="*/ 125221 w 2385361"/>
                <a:gd name="connsiteY43" fmla="*/ 844334 h 5148490"/>
                <a:gd name="connsiteX44" fmla="*/ 93118 w 2385361"/>
                <a:gd name="connsiteY44" fmla="*/ 835289 h 5148490"/>
                <a:gd name="connsiteX45" fmla="*/ 114619 w 2385361"/>
                <a:gd name="connsiteY45" fmla="*/ 766635 h 5148490"/>
                <a:gd name="connsiteX46" fmla="*/ 122552 w 2385361"/>
                <a:gd name="connsiteY46" fmla="*/ 736311 h 5148490"/>
                <a:gd name="connsiteX47" fmla="*/ 182310 w 2385361"/>
                <a:gd name="connsiteY47" fmla="*/ 723559 h 5148490"/>
                <a:gd name="connsiteX48" fmla="*/ 397836 w 2385361"/>
                <a:gd name="connsiteY48" fmla="*/ 896677 h 5148490"/>
                <a:gd name="connsiteX49" fmla="*/ 407919 w 2385361"/>
                <a:gd name="connsiteY49" fmla="*/ 905500 h 5148490"/>
                <a:gd name="connsiteX50" fmla="*/ 443951 w 2385361"/>
                <a:gd name="connsiteY50" fmla="*/ 892081 h 5148490"/>
                <a:gd name="connsiteX51" fmla="*/ 498667 w 2385361"/>
                <a:gd name="connsiteY51" fmla="*/ 530942 h 5148490"/>
                <a:gd name="connsiteX52" fmla="*/ 496295 w 2385361"/>
                <a:gd name="connsiteY52" fmla="*/ 480156 h 5148490"/>
                <a:gd name="connsiteX53" fmla="*/ 481022 w 2385361"/>
                <a:gd name="connsiteY53" fmla="*/ 384737 h 5148490"/>
                <a:gd name="connsiteX54" fmla="*/ 510159 w 2385361"/>
                <a:gd name="connsiteY54" fmla="*/ 293396 h 5148490"/>
                <a:gd name="connsiteX55" fmla="*/ 610323 w 2385361"/>
                <a:gd name="connsiteY55" fmla="*/ 217550 h 5148490"/>
                <a:gd name="connsiteX56" fmla="*/ 1057613 w 2385361"/>
                <a:gd name="connsiteY56" fmla="*/ 50808 h 5148490"/>
                <a:gd name="connsiteX57" fmla="*/ 1244076 w 2385361"/>
                <a:gd name="connsiteY57" fmla="*/ 11069 h 5148490"/>
                <a:gd name="connsiteX58" fmla="*/ 1492892 w 2385361"/>
                <a:gd name="connsiteY58" fmla="*/ 8177 h 5148490"/>
                <a:gd name="connsiteX59" fmla="*/ 1700115 w 2385361"/>
                <a:gd name="connsiteY59" fmla="*/ 140666 h 5148490"/>
                <a:gd name="connsiteX60" fmla="*/ 1809101 w 2385361"/>
                <a:gd name="connsiteY60" fmla="*/ 451760 h 5148490"/>
                <a:gd name="connsiteX61" fmla="*/ 1813772 w 2385361"/>
                <a:gd name="connsiteY61" fmla="*/ 571126 h 5148490"/>
                <a:gd name="connsiteX62" fmla="*/ 1816070 w 2385361"/>
                <a:gd name="connsiteY62" fmla="*/ 739796 h 5148490"/>
                <a:gd name="connsiteX63" fmla="*/ 1853586 w 2385361"/>
                <a:gd name="connsiteY63" fmla="*/ 995581 h 5148490"/>
                <a:gd name="connsiteX64" fmla="*/ 1855735 w 2385361"/>
                <a:gd name="connsiteY64" fmla="*/ 1003217 h 5148490"/>
                <a:gd name="connsiteX65" fmla="*/ 1865374 w 2385361"/>
                <a:gd name="connsiteY65" fmla="*/ 1193684 h 5148490"/>
                <a:gd name="connsiteX66" fmla="*/ 1831418 w 2385361"/>
                <a:gd name="connsiteY66" fmla="*/ 1288436 h 5148490"/>
                <a:gd name="connsiteX67" fmla="*/ 1659560 w 2385361"/>
                <a:gd name="connsiteY67" fmla="*/ 1615841 h 5148490"/>
                <a:gd name="connsiteX68" fmla="*/ 1629014 w 2385361"/>
                <a:gd name="connsiteY68" fmla="*/ 1667665 h 5148490"/>
                <a:gd name="connsiteX69" fmla="*/ 1652072 w 2385361"/>
                <a:gd name="connsiteY69" fmla="*/ 1717562 h 5148490"/>
                <a:gd name="connsiteX70" fmla="*/ 1841056 w 2385361"/>
                <a:gd name="connsiteY70" fmla="*/ 1780729 h 5148490"/>
                <a:gd name="connsiteX0" fmla="*/ 1841056 w 2385361"/>
                <a:gd name="connsiteY0" fmla="*/ 1780729 h 5148490"/>
                <a:gd name="connsiteX1" fmla="*/ 1748825 w 2385361"/>
                <a:gd name="connsiteY1" fmla="*/ 1888381 h 5148490"/>
                <a:gd name="connsiteX2" fmla="*/ 1615817 w 2385361"/>
                <a:gd name="connsiteY2" fmla="*/ 2068469 h 5148490"/>
                <a:gd name="connsiteX3" fmla="*/ 1335417 w 2385361"/>
                <a:gd name="connsiteY3" fmla="*/ 2669452 h 5148490"/>
                <a:gd name="connsiteX4" fmla="*/ 1135831 w 2385361"/>
                <a:gd name="connsiteY4" fmla="*/ 2951186 h 5148490"/>
                <a:gd name="connsiteX5" fmla="*/ 960711 w 2385361"/>
                <a:gd name="connsiteY5" fmla="*/ 3089384 h 5148490"/>
                <a:gd name="connsiteX6" fmla="*/ 862252 w 2385361"/>
                <a:gd name="connsiteY6" fmla="*/ 3092053 h 5148490"/>
                <a:gd name="connsiteX7" fmla="*/ 1323036 w 2385361"/>
                <a:gd name="connsiteY7" fmla="*/ 3562252 h 5148490"/>
                <a:gd name="connsiteX8" fmla="*/ 1769288 w 2385361"/>
                <a:gd name="connsiteY8" fmla="*/ 3857183 h 5148490"/>
                <a:gd name="connsiteX9" fmla="*/ 2121530 w 2385361"/>
                <a:gd name="connsiteY9" fmla="*/ 4060329 h 5148490"/>
                <a:gd name="connsiteX10" fmla="*/ 2169795 w 2385361"/>
                <a:gd name="connsiteY10" fmla="*/ 4429474 h 5148490"/>
                <a:gd name="connsiteX11" fmla="*/ 2384876 w 2385361"/>
                <a:gd name="connsiteY11" fmla="*/ 5143151 h 5148490"/>
                <a:gd name="connsiteX12" fmla="*/ 2108258 w 2385361"/>
                <a:gd name="connsiteY12" fmla="*/ 5066045 h 5148490"/>
                <a:gd name="connsiteX13" fmla="*/ 1496895 w 2385361"/>
                <a:gd name="connsiteY13" fmla="*/ 4630395 h 5148490"/>
                <a:gd name="connsiteX14" fmla="*/ 1145543 w 2385361"/>
                <a:gd name="connsiteY14" fmla="*/ 4295502 h 5148490"/>
                <a:gd name="connsiteX15" fmla="*/ 427937 w 2385361"/>
                <a:gd name="connsiteY15" fmla="*/ 3440291 h 5148490"/>
                <a:gd name="connsiteX16" fmla="*/ 326884 w 2385361"/>
                <a:gd name="connsiteY16" fmla="*/ 3345391 h 5148490"/>
                <a:gd name="connsiteX17" fmla="*/ 212559 w 2385361"/>
                <a:gd name="connsiteY17" fmla="*/ 3206600 h 5148490"/>
                <a:gd name="connsiteX18" fmla="*/ 213597 w 2385361"/>
                <a:gd name="connsiteY18" fmla="*/ 3074556 h 5148490"/>
                <a:gd name="connsiteX19" fmla="*/ 213597 w 2385361"/>
                <a:gd name="connsiteY19" fmla="*/ 2852134 h 5148490"/>
                <a:gd name="connsiteX20" fmla="*/ 100829 w 2385361"/>
                <a:gd name="connsiteY20" fmla="*/ 2709859 h 5148490"/>
                <a:gd name="connsiteX21" fmla="*/ 103572 w 2385361"/>
                <a:gd name="connsiteY21" fmla="*/ 2577073 h 5148490"/>
                <a:gd name="connsiteX22" fmla="*/ 120328 w 2385361"/>
                <a:gd name="connsiteY22" fmla="*/ 2507751 h 5148490"/>
                <a:gd name="connsiteX23" fmla="*/ 171559 w 2385361"/>
                <a:gd name="connsiteY23" fmla="*/ 2402250 h 5148490"/>
                <a:gd name="connsiteX24" fmla="*/ 203588 w 2385361"/>
                <a:gd name="connsiteY24" fmla="*/ 2367403 h 5148490"/>
                <a:gd name="connsiteX25" fmla="*/ 186980 w 2385361"/>
                <a:gd name="connsiteY25" fmla="*/ 2364215 h 5148490"/>
                <a:gd name="connsiteX26" fmla="*/ 115954 w 2385361"/>
                <a:gd name="connsiteY26" fmla="*/ 2378228 h 5148490"/>
                <a:gd name="connsiteX27" fmla="*/ 58421 w 2385361"/>
                <a:gd name="connsiteY27" fmla="*/ 2330630 h 5148490"/>
                <a:gd name="connsiteX28" fmla="*/ 72878 w 2385361"/>
                <a:gd name="connsiteY28" fmla="*/ 2249298 h 5148490"/>
                <a:gd name="connsiteX29" fmla="*/ 51451 w 2385361"/>
                <a:gd name="connsiteY29" fmla="*/ 2208224 h 5148490"/>
                <a:gd name="connsiteX30" fmla="*/ 17940 w 2385361"/>
                <a:gd name="connsiteY30" fmla="*/ 2191913 h 5148490"/>
                <a:gd name="connsiteX31" fmla="*/ 6300 w 2385361"/>
                <a:gd name="connsiteY31" fmla="*/ 2142906 h 5148490"/>
                <a:gd name="connsiteX32" fmla="*/ 153914 w 2385361"/>
                <a:gd name="connsiteY32" fmla="*/ 2048896 h 5148490"/>
                <a:gd name="connsiteX33" fmla="*/ 269943 w 2385361"/>
                <a:gd name="connsiteY33" fmla="*/ 2059720 h 5148490"/>
                <a:gd name="connsiteX34" fmla="*/ 485248 w 2385361"/>
                <a:gd name="connsiteY34" fmla="*/ 2115845 h 5148490"/>
                <a:gd name="connsiteX35" fmla="*/ 524023 w 2385361"/>
                <a:gd name="connsiteY35" fmla="*/ 2130450 h 5148490"/>
                <a:gd name="connsiteX36" fmla="*/ 526618 w 2385361"/>
                <a:gd name="connsiteY36" fmla="*/ 2091378 h 5148490"/>
                <a:gd name="connsiteX37" fmla="*/ 557090 w 2385361"/>
                <a:gd name="connsiteY37" fmla="*/ 2004115 h 5148490"/>
                <a:gd name="connsiteX38" fmla="*/ 600091 w 2385361"/>
                <a:gd name="connsiteY38" fmla="*/ 1836557 h 5148490"/>
                <a:gd name="connsiteX39" fmla="*/ 445731 w 2385361"/>
                <a:gd name="connsiteY39" fmla="*/ 1312235 h 5148490"/>
                <a:gd name="connsiteX40" fmla="*/ 409995 w 2385361"/>
                <a:gd name="connsiteY40" fmla="*/ 1291328 h 5148490"/>
                <a:gd name="connsiteX41" fmla="*/ 247850 w 2385361"/>
                <a:gd name="connsiteY41" fmla="*/ 1210069 h 5148490"/>
                <a:gd name="connsiteX42" fmla="*/ 125221 w 2385361"/>
                <a:gd name="connsiteY42" fmla="*/ 844334 h 5148490"/>
                <a:gd name="connsiteX43" fmla="*/ 93118 w 2385361"/>
                <a:gd name="connsiteY43" fmla="*/ 835289 h 5148490"/>
                <a:gd name="connsiteX44" fmla="*/ 114619 w 2385361"/>
                <a:gd name="connsiteY44" fmla="*/ 766635 h 5148490"/>
                <a:gd name="connsiteX45" fmla="*/ 122552 w 2385361"/>
                <a:gd name="connsiteY45" fmla="*/ 736311 h 5148490"/>
                <a:gd name="connsiteX46" fmla="*/ 182310 w 2385361"/>
                <a:gd name="connsiteY46" fmla="*/ 723559 h 5148490"/>
                <a:gd name="connsiteX47" fmla="*/ 397836 w 2385361"/>
                <a:gd name="connsiteY47" fmla="*/ 896677 h 5148490"/>
                <a:gd name="connsiteX48" fmla="*/ 407919 w 2385361"/>
                <a:gd name="connsiteY48" fmla="*/ 905500 h 5148490"/>
                <a:gd name="connsiteX49" fmla="*/ 443951 w 2385361"/>
                <a:gd name="connsiteY49" fmla="*/ 892081 h 5148490"/>
                <a:gd name="connsiteX50" fmla="*/ 498667 w 2385361"/>
                <a:gd name="connsiteY50" fmla="*/ 530942 h 5148490"/>
                <a:gd name="connsiteX51" fmla="*/ 496295 w 2385361"/>
                <a:gd name="connsiteY51" fmla="*/ 480156 h 5148490"/>
                <a:gd name="connsiteX52" fmla="*/ 481022 w 2385361"/>
                <a:gd name="connsiteY52" fmla="*/ 384737 h 5148490"/>
                <a:gd name="connsiteX53" fmla="*/ 510159 w 2385361"/>
                <a:gd name="connsiteY53" fmla="*/ 293396 h 5148490"/>
                <a:gd name="connsiteX54" fmla="*/ 610323 w 2385361"/>
                <a:gd name="connsiteY54" fmla="*/ 217550 h 5148490"/>
                <a:gd name="connsiteX55" fmla="*/ 1057613 w 2385361"/>
                <a:gd name="connsiteY55" fmla="*/ 50808 h 5148490"/>
                <a:gd name="connsiteX56" fmla="*/ 1244076 w 2385361"/>
                <a:gd name="connsiteY56" fmla="*/ 11069 h 5148490"/>
                <a:gd name="connsiteX57" fmla="*/ 1492892 w 2385361"/>
                <a:gd name="connsiteY57" fmla="*/ 8177 h 5148490"/>
                <a:gd name="connsiteX58" fmla="*/ 1700115 w 2385361"/>
                <a:gd name="connsiteY58" fmla="*/ 140666 h 5148490"/>
                <a:gd name="connsiteX59" fmla="*/ 1809101 w 2385361"/>
                <a:gd name="connsiteY59" fmla="*/ 451760 h 5148490"/>
                <a:gd name="connsiteX60" fmla="*/ 1813772 w 2385361"/>
                <a:gd name="connsiteY60" fmla="*/ 571126 h 5148490"/>
                <a:gd name="connsiteX61" fmla="*/ 1816070 w 2385361"/>
                <a:gd name="connsiteY61" fmla="*/ 739796 h 5148490"/>
                <a:gd name="connsiteX62" fmla="*/ 1853586 w 2385361"/>
                <a:gd name="connsiteY62" fmla="*/ 995581 h 5148490"/>
                <a:gd name="connsiteX63" fmla="*/ 1855735 w 2385361"/>
                <a:gd name="connsiteY63" fmla="*/ 1003217 h 5148490"/>
                <a:gd name="connsiteX64" fmla="*/ 1865374 w 2385361"/>
                <a:gd name="connsiteY64" fmla="*/ 1193684 h 5148490"/>
                <a:gd name="connsiteX65" fmla="*/ 1831418 w 2385361"/>
                <a:gd name="connsiteY65" fmla="*/ 1288436 h 5148490"/>
                <a:gd name="connsiteX66" fmla="*/ 1659560 w 2385361"/>
                <a:gd name="connsiteY66" fmla="*/ 1615841 h 5148490"/>
                <a:gd name="connsiteX67" fmla="*/ 1629014 w 2385361"/>
                <a:gd name="connsiteY67" fmla="*/ 1667665 h 5148490"/>
                <a:gd name="connsiteX68" fmla="*/ 1652072 w 2385361"/>
                <a:gd name="connsiteY68" fmla="*/ 1717562 h 5148490"/>
                <a:gd name="connsiteX69" fmla="*/ 1841056 w 2385361"/>
                <a:gd name="connsiteY69" fmla="*/ 1780729 h 5148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2385361" h="5148490">
                  <a:moveTo>
                    <a:pt x="1841056" y="1780729"/>
                  </a:moveTo>
                  <a:cubicBezTo>
                    <a:pt x="1813401" y="1819505"/>
                    <a:pt x="1780631" y="1853610"/>
                    <a:pt x="1748825" y="1888381"/>
                  </a:cubicBezTo>
                  <a:cubicBezTo>
                    <a:pt x="1698039" y="1943764"/>
                    <a:pt x="1645102" y="1997590"/>
                    <a:pt x="1615817" y="2068469"/>
                  </a:cubicBezTo>
                  <a:cubicBezTo>
                    <a:pt x="1582379" y="2149356"/>
                    <a:pt x="1404146" y="2554386"/>
                    <a:pt x="1335417" y="2669452"/>
                  </a:cubicBezTo>
                  <a:cubicBezTo>
                    <a:pt x="1276253" y="2768504"/>
                    <a:pt x="1212937" y="2864886"/>
                    <a:pt x="1135831" y="2951186"/>
                  </a:cubicBezTo>
                  <a:cubicBezTo>
                    <a:pt x="1085638" y="3007385"/>
                    <a:pt x="1032998" y="3060840"/>
                    <a:pt x="960711" y="3089384"/>
                  </a:cubicBezTo>
                  <a:cubicBezTo>
                    <a:pt x="929720" y="3101617"/>
                    <a:pt x="898359" y="3104286"/>
                    <a:pt x="862252" y="3092053"/>
                  </a:cubicBezTo>
                  <a:cubicBezTo>
                    <a:pt x="867887" y="3100209"/>
                    <a:pt x="1170825" y="3423239"/>
                    <a:pt x="1323036" y="3562252"/>
                  </a:cubicBezTo>
                  <a:cubicBezTo>
                    <a:pt x="1456341" y="3683991"/>
                    <a:pt x="1611072" y="3773182"/>
                    <a:pt x="1769288" y="3857183"/>
                  </a:cubicBezTo>
                  <a:cubicBezTo>
                    <a:pt x="1878126" y="3915013"/>
                    <a:pt x="2120862" y="4042238"/>
                    <a:pt x="2121530" y="4060329"/>
                  </a:cubicBezTo>
                  <a:cubicBezTo>
                    <a:pt x="2126348" y="4184811"/>
                    <a:pt x="2146515" y="4307365"/>
                    <a:pt x="2169795" y="4429474"/>
                  </a:cubicBezTo>
                  <a:cubicBezTo>
                    <a:pt x="2190035" y="4535570"/>
                    <a:pt x="2396665" y="5136627"/>
                    <a:pt x="2384876" y="5143151"/>
                  </a:cubicBezTo>
                  <a:cubicBezTo>
                    <a:pt x="2339874" y="5167988"/>
                    <a:pt x="2150815" y="5100002"/>
                    <a:pt x="2108258" y="5066045"/>
                  </a:cubicBezTo>
                  <a:cubicBezTo>
                    <a:pt x="1985778" y="4968550"/>
                    <a:pt x="1571184" y="4687928"/>
                    <a:pt x="1496895" y="4630395"/>
                  </a:cubicBezTo>
                  <a:cubicBezTo>
                    <a:pt x="1368336" y="4530824"/>
                    <a:pt x="1254901" y="4415165"/>
                    <a:pt x="1145543" y="4295502"/>
                  </a:cubicBezTo>
                  <a:cubicBezTo>
                    <a:pt x="894207" y="4020589"/>
                    <a:pt x="661702" y="3729884"/>
                    <a:pt x="427937" y="3440291"/>
                  </a:cubicBezTo>
                  <a:cubicBezTo>
                    <a:pt x="398281" y="3403517"/>
                    <a:pt x="363509" y="3374010"/>
                    <a:pt x="326884" y="3345391"/>
                  </a:cubicBezTo>
                  <a:cubicBezTo>
                    <a:pt x="281287" y="3309878"/>
                    <a:pt x="215228" y="3208973"/>
                    <a:pt x="212559" y="3206600"/>
                  </a:cubicBezTo>
                  <a:cubicBezTo>
                    <a:pt x="191354" y="3156111"/>
                    <a:pt x="202253" y="3101765"/>
                    <a:pt x="213597" y="3074556"/>
                  </a:cubicBezTo>
                  <a:cubicBezTo>
                    <a:pt x="250667" y="2985587"/>
                    <a:pt x="287737" y="2933689"/>
                    <a:pt x="213597" y="2852134"/>
                  </a:cubicBezTo>
                  <a:cubicBezTo>
                    <a:pt x="202772" y="2840272"/>
                    <a:pt x="107650" y="2720386"/>
                    <a:pt x="100829" y="2709859"/>
                  </a:cubicBezTo>
                  <a:cubicBezTo>
                    <a:pt x="67392" y="2658998"/>
                    <a:pt x="67095" y="2625412"/>
                    <a:pt x="103572" y="2577073"/>
                  </a:cubicBezTo>
                  <a:cubicBezTo>
                    <a:pt x="119883" y="2555498"/>
                    <a:pt x="126333" y="2535035"/>
                    <a:pt x="120328" y="2507751"/>
                  </a:cubicBezTo>
                  <a:cubicBezTo>
                    <a:pt x="109874" y="2460524"/>
                    <a:pt x="142422" y="2431535"/>
                    <a:pt x="171559" y="2402250"/>
                  </a:cubicBezTo>
                  <a:cubicBezTo>
                    <a:pt x="182754" y="2391054"/>
                    <a:pt x="197879" y="2383492"/>
                    <a:pt x="203588" y="2367403"/>
                  </a:cubicBezTo>
                  <a:cubicBezTo>
                    <a:pt x="199065" y="2359100"/>
                    <a:pt x="192541" y="2362658"/>
                    <a:pt x="186980" y="2364215"/>
                  </a:cubicBezTo>
                  <a:cubicBezTo>
                    <a:pt x="163700" y="2370814"/>
                    <a:pt x="139827" y="2374892"/>
                    <a:pt x="115954" y="2378228"/>
                  </a:cubicBezTo>
                  <a:cubicBezTo>
                    <a:pt x="82368" y="2382899"/>
                    <a:pt x="60126" y="2364438"/>
                    <a:pt x="58421" y="2330630"/>
                  </a:cubicBezTo>
                  <a:cubicBezTo>
                    <a:pt x="57012" y="2302679"/>
                    <a:pt x="64352" y="2275766"/>
                    <a:pt x="72878" y="2249298"/>
                  </a:cubicBezTo>
                  <a:cubicBezTo>
                    <a:pt x="82739" y="2218529"/>
                    <a:pt x="81775" y="2216231"/>
                    <a:pt x="51451" y="2208224"/>
                  </a:cubicBezTo>
                  <a:cubicBezTo>
                    <a:pt x="38996" y="2204961"/>
                    <a:pt x="28023" y="2199475"/>
                    <a:pt x="17940" y="2191913"/>
                  </a:cubicBezTo>
                  <a:cubicBezTo>
                    <a:pt x="-373" y="2178048"/>
                    <a:pt x="-5414" y="2162553"/>
                    <a:pt x="6300" y="2142906"/>
                  </a:cubicBezTo>
                  <a:cubicBezTo>
                    <a:pt x="39441" y="2087004"/>
                    <a:pt x="83109" y="2046226"/>
                    <a:pt x="153914" y="2048896"/>
                  </a:cubicBezTo>
                  <a:cubicBezTo>
                    <a:pt x="175414" y="2049711"/>
                    <a:pt x="250741" y="2055865"/>
                    <a:pt x="269943" y="2059720"/>
                  </a:cubicBezTo>
                  <a:cubicBezTo>
                    <a:pt x="342824" y="2074252"/>
                    <a:pt x="416297" y="2086262"/>
                    <a:pt x="485248" y="2115845"/>
                  </a:cubicBezTo>
                  <a:cubicBezTo>
                    <a:pt x="498222" y="2121405"/>
                    <a:pt x="512383" y="2136233"/>
                    <a:pt x="524023" y="2130450"/>
                  </a:cubicBezTo>
                  <a:cubicBezTo>
                    <a:pt x="538703" y="2123184"/>
                    <a:pt x="525061" y="2104946"/>
                    <a:pt x="526618" y="2091378"/>
                  </a:cubicBezTo>
                  <a:cubicBezTo>
                    <a:pt x="530399" y="2059868"/>
                    <a:pt x="536479" y="2030138"/>
                    <a:pt x="557090" y="2004115"/>
                  </a:cubicBezTo>
                  <a:cubicBezTo>
                    <a:pt x="615142" y="1931086"/>
                    <a:pt x="614104" y="1930864"/>
                    <a:pt x="600091" y="1836557"/>
                  </a:cubicBezTo>
                  <a:cubicBezTo>
                    <a:pt x="579480" y="1697692"/>
                    <a:pt x="461152" y="1352345"/>
                    <a:pt x="445731" y="1312235"/>
                  </a:cubicBezTo>
                  <a:cubicBezTo>
                    <a:pt x="438984" y="1294738"/>
                    <a:pt x="431199" y="1288436"/>
                    <a:pt x="409995" y="1291328"/>
                  </a:cubicBezTo>
                  <a:cubicBezTo>
                    <a:pt x="330220" y="1302226"/>
                    <a:pt x="295312" y="1284568"/>
                    <a:pt x="247850" y="1210069"/>
                  </a:cubicBezTo>
                  <a:cubicBezTo>
                    <a:pt x="200388" y="1135570"/>
                    <a:pt x="151010" y="906797"/>
                    <a:pt x="125221" y="844334"/>
                  </a:cubicBezTo>
                  <a:cubicBezTo>
                    <a:pt x="99432" y="781871"/>
                    <a:pt x="101719" y="845743"/>
                    <a:pt x="93118" y="835289"/>
                  </a:cubicBezTo>
                  <a:cubicBezTo>
                    <a:pt x="92599" y="810007"/>
                    <a:pt x="101126" y="787543"/>
                    <a:pt x="114619" y="766635"/>
                  </a:cubicBezTo>
                  <a:cubicBezTo>
                    <a:pt x="112395" y="755217"/>
                    <a:pt x="117066" y="745727"/>
                    <a:pt x="122552" y="736311"/>
                  </a:cubicBezTo>
                  <a:cubicBezTo>
                    <a:pt x="140865" y="705247"/>
                    <a:pt x="152727" y="702503"/>
                    <a:pt x="182310" y="723559"/>
                  </a:cubicBezTo>
                  <a:cubicBezTo>
                    <a:pt x="257488" y="777163"/>
                    <a:pt x="331406" y="832249"/>
                    <a:pt x="397836" y="896677"/>
                  </a:cubicBezTo>
                  <a:cubicBezTo>
                    <a:pt x="401024" y="899791"/>
                    <a:pt x="404360" y="902831"/>
                    <a:pt x="407919" y="905500"/>
                  </a:cubicBezTo>
                  <a:cubicBezTo>
                    <a:pt x="429346" y="921959"/>
                    <a:pt x="440096" y="918623"/>
                    <a:pt x="443951" y="892081"/>
                  </a:cubicBezTo>
                  <a:cubicBezTo>
                    <a:pt x="461671" y="771602"/>
                    <a:pt x="480503" y="651346"/>
                    <a:pt x="498667" y="530942"/>
                  </a:cubicBezTo>
                  <a:cubicBezTo>
                    <a:pt x="501188" y="514112"/>
                    <a:pt x="499853" y="496986"/>
                    <a:pt x="496295" y="480156"/>
                  </a:cubicBezTo>
                  <a:cubicBezTo>
                    <a:pt x="489622" y="448646"/>
                    <a:pt x="484803" y="416840"/>
                    <a:pt x="481022" y="384737"/>
                  </a:cubicBezTo>
                  <a:cubicBezTo>
                    <a:pt x="476796" y="349224"/>
                    <a:pt x="486656" y="319493"/>
                    <a:pt x="510159" y="293396"/>
                  </a:cubicBezTo>
                  <a:cubicBezTo>
                    <a:pt x="538703" y="261664"/>
                    <a:pt x="572659" y="237197"/>
                    <a:pt x="610323" y="217550"/>
                  </a:cubicBezTo>
                  <a:cubicBezTo>
                    <a:pt x="752450" y="143335"/>
                    <a:pt x="903475" y="92772"/>
                    <a:pt x="1057613" y="50808"/>
                  </a:cubicBezTo>
                  <a:cubicBezTo>
                    <a:pt x="1119001" y="34052"/>
                    <a:pt x="1181057" y="19817"/>
                    <a:pt x="1244076" y="11069"/>
                  </a:cubicBezTo>
                  <a:cubicBezTo>
                    <a:pt x="1326817" y="-423"/>
                    <a:pt x="1410077" y="-5391"/>
                    <a:pt x="1492892" y="8177"/>
                  </a:cubicBezTo>
                  <a:cubicBezTo>
                    <a:pt x="1580378" y="22486"/>
                    <a:pt x="1648661" y="69269"/>
                    <a:pt x="1700115" y="140666"/>
                  </a:cubicBezTo>
                  <a:cubicBezTo>
                    <a:pt x="1767064" y="233564"/>
                    <a:pt x="1794569" y="340623"/>
                    <a:pt x="1809101" y="451760"/>
                  </a:cubicBezTo>
                  <a:cubicBezTo>
                    <a:pt x="1814291" y="491203"/>
                    <a:pt x="1827043" y="530794"/>
                    <a:pt x="1813772" y="571126"/>
                  </a:cubicBezTo>
                  <a:cubicBezTo>
                    <a:pt x="1813624" y="627547"/>
                    <a:pt x="1804875" y="685748"/>
                    <a:pt x="1816070" y="739796"/>
                  </a:cubicBezTo>
                  <a:cubicBezTo>
                    <a:pt x="1825264" y="783984"/>
                    <a:pt x="1845059" y="966518"/>
                    <a:pt x="1853586" y="995581"/>
                  </a:cubicBezTo>
                  <a:cubicBezTo>
                    <a:pt x="1854327" y="998102"/>
                    <a:pt x="1855513" y="1000622"/>
                    <a:pt x="1855735" y="1003217"/>
                  </a:cubicBezTo>
                  <a:cubicBezTo>
                    <a:pt x="1861593" y="1066608"/>
                    <a:pt x="1875234" y="1130294"/>
                    <a:pt x="1865374" y="1193684"/>
                  </a:cubicBezTo>
                  <a:cubicBezTo>
                    <a:pt x="1860332" y="1225936"/>
                    <a:pt x="1847284" y="1257594"/>
                    <a:pt x="1831418" y="1288436"/>
                  </a:cubicBezTo>
                  <a:cubicBezTo>
                    <a:pt x="1813253" y="1323801"/>
                    <a:pt x="1698632" y="1542367"/>
                    <a:pt x="1659560" y="1615841"/>
                  </a:cubicBezTo>
                  <a:cubicBezTo>
                    <a:pt x="1650292" y="1633264"/>
                    <a:pt x="1637466" y="1649204"/>
                    <a:pt x="1629014" y="1667665"/>
                  </a:cubicBezTo>
                  <a:cubicBezTo>
                    <a:pt x="1614186" y="1700287"/>
                    <a:pt x="1618338" y="1706737"/>
                    <a:pt x="1652072" y="1717562"/>
                  </a:cubicBezTo>
                  <a:cubicBezTo>
                    <a:pt x="1693145" y="1730981"/>
                    <a:pt x="1826747" y="1771387"/>
                    <a:pt x="1841056" y="1780729"/>
                  </a:cubicBezTo>
                  <a:close/>
                </a:path>
              </a:pathLst>
            </a:custGeom>
            <a:solidFill>
              <a:srgbClr val="FDC790"/>
            </a:solidFill>
            <a:ln w="7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dirty="0"/>
            </a:p>
          </p:txBody>
        </p:sp>
        <p:sp>
          <p:nvSpPr>
            <p:cNvPr id="23" name="자유형: 도형 200">
              <a:extLst>
                <a:ext uri="{FF2B5EF4-FFF2-40B4-BE49-F238E27FC236}">
                  <a16:creationId xmlns:a16="http://schemas.microsoft.com/office/drawing/2014/main" id="{8AE0DF29-E6FB-A598-1D64-00E99BAA900A}"/>
                </a:ext>
              </a:extLst>
            </p:cNvPr>
            <p:cNvSpPr/>
            <p:nvPr/>
          </p:nvSpPr>
          <p:spPr>
            <a:xfrm>
              <a:off x="295274" y="3670790"/>
              <a:ext cx="384638" cy="836090"/>
            </a:xfrm>
            <a:custGeom>
              <a:avLst/>
              <a:gdLst>
                <a:gd name="connsiteX0" fmla="*/ 405381 w 524376"/>
                <a:gd name="connsiteY0" fmla="*/ 0 h 1139836"/>
                <a:gd name="connsiteX1" fmla="*/ 431553 w 524376"/>
                <a:gd name="connsiteY1" fmla="*/ 56198 h 1139836"/>
                <a:gd name="connsiteX2" fmla="*/ 413388 w 524376"/>
                <a:gd name="connsiteY2" fmla="*/ 136122 h 1139836"/>
                <a:gd name="connsiteX3" fmla="*/ 436298 w 524376"/>
                <a:gd name="connsiteY3" fmla="*/ 172080 h 1139836"/>
                <a:gd name="connsiteX4" fmla="*/ 512885 w 524376"/>
                <a:gd name="connsiteY4" fmla="*/ 270984 h 1139836"/>
                <a:gd name="connsiteX5" fmla="*/ 451274 w 524376"/>
                <a:gd name="connsiteY5" fmla="*/ 322956 h 1139836"/>
                <a:gd name="connsiteX6" fmla="*/ 395521 w 524376"/>
                <a:gd name="connsiteY6" fmla="*/ 386865 h 1139836"/>
                <a:gd name="connsiteX7" fmla="*/ 395372 w 524376"/>
                <a:gd name="connsiteY7" fmla="*/ 402954 h 1139836"/>
                <a:gd name="connsiteX8" fmla="*/ 421692 w 524376"/>
                <a:gd name="connsiteY8" fmla="*/ 430163 h 1139836"/>
                <a:gd name="connsiteX9" fmla="*/ 461876 w 524376"/>
                <a:gd name="connsiteY9" fmla="*/ 429496 h 1139836"/>
                <a:gd name="connsiteX10" fmla="*/ 515925 w 524376"/>
                <a:gd name="connsiteY10" fmla="*/ 459301 h 1139836"/>
                <a:gd name="connsiteX11" fmla="*/ 510587 w 524376"/>
                <a:gd name="connsiteY11" fmla="*/ 538186 h 1139836"/>
                <a:gd name="connsiteX12" fmla="*/ 413907 w 524376"/>
                <a:gd name="connsiteY12" fmla="*/ 579853 h 1139836"/>
                <a:gd name="connsiteX13" fmla="*/ 389886 w 524376"/>
                <a:gd name="connsiteY13" fmla="*/ 605209 h 1139836"/>
                <a:gd name="connsiteX14" fmla="*/ 392407 w 524376"/>
                <a:gd name="connsiteY14" fmla="*/ 658220 h 1139836"/>
                <a:gd name="connsiteX15" fmla="*/ 440227 w 524376"/>
                <a:gd name="connsiteY15" fmla="*/ 673196 h 1139836"/>
                <a:gd name="connsiteX16" fmla="*/ 491681 w 524376"/>
                <a:gd name="connsiteY16" fmla="*/ 730507 h 1139836"/>
                <a:gd name="connsiteX17" fmla="*/ 448531 w 524376"/>
                <a:gd name="connsiteY17" fmla="*/ 785593 h 1139836"/>
                <a:gd name="connsiteX18" fmla="*/ 390034 w 524376"/>
                <a:gd name="connsiteY18" fmla="*/ 852023 h 1139836"/>
                <a:gd name="connsiteX19" fmla="*/ 379803 w 524376"/>
                <a:gd name="connsiteY19" fmla="*/ 1122043 h 1139836"/>
                <a:gd name="connsiteX20" fmla="*/ 368756 w 524376"/>
                <a:gd name="connsiteY20" fmla="*/ 1139837 h 1139836"/>
                <a:gd name="connsiteX21" fmla="*/ 262587 w 524376"/>
                <a:gd name="connsiteY21" fmla="*/ 1114184 h 1139836"/>
                <a:gd name="connsiteX22" fmla="*/ 181922 w 524376"/>
                <a:gd name="connsiteY22" fmla="*/ 1067550 h 1139836"/>
                <a:gd name="connsiteX23" fmla="*/ 122238 w 524376"/>
                <a:gd name="connsiteY23" fmla="*/ 952558 h 1139836"/>
                <a:gd name="connsiteX24" fmla="*/ 98439 w 524376"/>
                <a:gd name="connsiteY24" fmla="*/ 829929 h 1139836"/>
                <a:gd name="connsiteX25" fmla="*/ 31046 w 524376"/>
                <a:gd name="connsiteY25" fmla="*/ 666523 h 1139836"/>
                <a:gd name="connsiteX26" fmla="*/ 5022 w 524376"/>
                <a:gd name="connsiteY26" fmla="*/ 538483 h 1139836"/>
                <a:gd name="connsiteX27" fmla="*/ 66040 w 524376"/>
                <a:gd name="connsiteY27" fmla="*/ 474425 h 1139836"/>
                <a:gd name="connsiteX28" fmla="*/ 86725 w 524376"/>
                <a:gd name="connsiteY28" fmla="*/ 412963 h 1139836"/>
                <a:gd name="connsiteX29" fmla="*/ 139143 w 524376"/>
                <a:gd name="connsiteY29" fmla="*/ 249112 h 1139836"/>
                <a:gd name="connsiteX30" fmla="*/ 231596 w 524376"/>
                <a:gd name="connsiteY30" fmla="*/ 184536 h 1139836"/>
                <a:gd name="connsiteX31" fmla="*/ 271409 w 524376"/>
                <a:gd name="connsiteY31" fmla="*/ 103871 h 1139836"/>
                <a:gd name="connsiteX32" fmla="*/ 345476 w 524376"/>
                <a:gd name="connsiteY32" fmla="*/ 6450 h 1139836"/>
                <a:gd name="connsiteX33" fmla="*/ 405381 w 524376"/>
                <a:gd name="connsiteY33" fmla="*/ 0 h 1139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24376" h="1139836">
                  <a:moveTo>
                    <a:pt x="405381" y="0"/>
                  </a:moveTo>
                  <a:cubicBezTo>
                    <a:pt x="428661" y="11937"/>
                    <a:pt x="436446" y="32548"/>
                    <a:pt x="431553" y="56198"/>
                  </a:cubicBezTo>
                  <a:cubicBezTo>
                    <a:pt x="425992" y="82815"/>
                    <a:pt x="425622" y="110395"/>
                    <a:pt x="413388" y="136122"/>
                  </a:cubicBezTo>
                  <a:cubicBezTo>
                    <a:pt x="402564" y="159031"/>
                    <a:pt x="411387" y="170004"/>
                    <a:pt x="436298" y="172080"/>
                  </a:cubicBezTo>
                  <a:cubicBezTo>
                    <a:pt x="492793" y="176677"/>
                    <a:pt x="523191" y="215971"/>
                    <a:pt x="512885" y="270984"/>
                  </a:cubicBezTo>
                  <a:cubicBezTo>
                    <a:pt x="508140" y="296191"/>
                    <a:pt x="481449" y="318730"/>
                    <a:pt x="451274" y="322956"/>
                  </a:cubicBezTo>
                  <a:cubicBezTo>
                    <a:pt x="395669" y="330667"/>
                    <a:pt x="395669" y="330667"/>
                    <a:pt x="395521" y="386865"/>
                  </a:cubicBezTo>
                  <a:cubicBezTo>
                    <a:pt x="395521" y="392203"/>
                    <a:pt x="396039" y="397690"/>
                    <a:pt x="395372" y="402954"/>
                  </a:cubicBezTo>
                  <a:cubicBezTo>
                    <a:pt x="392629" y="423343"/>
                    <a:pt x="399228" y="433203"/>
                    <a:pt x="421692" y="430163"/>
                  </a:cubicBezTo>
                  <a:cubicBezTo>
                    <a:pt x="434889" y="428384"/>
                    <a:pt x="448679" y="431350"/>
                    <a:pt x="461876" y="429496"/>
                  </a:cubicBezTo>
                  <a:cubicBezTo>
                    <a:pt x="487974" y="425789"/>
                    <a:pt x="506509" y="438096"/>
                    <a:pt x="515925" y="459301"/>
                  </a:cubicBezTo>
                  <a:cubicBezTo>
                    <a:pt x="527417" y="485176"/>
                    <a:pt x="528603" y="513497"/>
                    <a:pt x="510587" y="538186"/>
                  </a:cubicBezTo>
                  <a:cubicBezTo>
                    <a:pt x="486862" y="570660"/>
                    <a:pt x="449050" y="574218"/>
                    <a:pt x="413907" y="579853"/>
                  </a:cubicBezTo>
                  <a:cubicBezTo>
                    <a:pt x="396114" y="582745"/>
                    <a:pt x="388255" y="586452"/>
                    <a:pt x="389886" y="605209"/>
                  </a:cubicBezTo>
                  <a:cubicBezTo>
                    <a:pt x="391443" y="622929"/>
                    <a:pt x="385734" y="643095"/>
                    <a:pt x="392407" y="658220"/>
                  </a:cubicBezTo>
                  <a:cubicBezTo>
                    <a:pt x="400043" y="675420"/>
                    <a:pt x="423916" y="668155"/>
                    <a:pt x="440227" y="673196"/>
                  </a:cubicBezTo>
                  <a:cubicBezTo>
                    <a:pt x="469883" y="682390"/>
                    <a:pt x="487825" y="699145"/>
                    <a:pt x="491681" y="730507"/>
                  </a:cubicBezTo>
                  <a:cubicBezTo>
                    <a:pt x="495610" y="762758"/>
                    <a:pt x="481227" y="781589"/>
                    <a:pt x="448531" y="785593"/>
                  </a:cubicBezTo>
                  <a:cubicBezTo>
                    <a:pt x="390034" y="792711"/>
                    <a:pt x="388996" y="792785"/>
                    <a:pt x="390034" y="852023"/>
                  </a:cubicBezTo>
                  <a:cubicBezTo>
                    <a:pt x="391591" y="942252"/>
                    <a:pt x="380248" y="1031888"/>
                    <a:pt x="379803" y="1122043"/>
                  </a:cubicBezTo>
                  <a:cubicBezTo>
                    <a:pt x="379729" y="1130272"/>
                    <a:pt x="380173" y="1138725"/>
                    <a:pt x="368756" y="1139837"/>
                  </a:cubicBezTo>
                  <a:cubicBezTo>
                    <a:pt x="332798" y="1133609"/>
                    <a:pt x="297284" y="1125528"/>
                    <a:pt x="262587" y="1114184"/>
                  </a:cubicBezTo>
                  <a:cubicBezTo>
                    <a:pt x="232560" y="1104323"/>
                    <a:pt x="206166" y="1089940"/>
                    <a:pt x="181922" y="1067550"/>
                  </a:cubicBezTo>
                  <a:cubicBezTo>
                    <a:pt x="147224" y="1035521"/>
                    <a:pt x="137586" y="992519"/>
                    <a:pt x="122238" y="952558"/>
                  </a:cubicBezTo>
                  <a:cubicBezTo>
                    <a:pt x="107410" y="913782"/>
                    <a:pt x="102665" y="871819"/>
                    <a:pt x="98439" y="829929"/>
                  </a:cubicBezTo>
                  <a:cubicBezTo>
                    <a:pt x="92360" y="769653"/>
                    <a:pt x="72490" y="714048"/>
                    <a:pt x="31046" y="666523"/>
                  </a:cubicBezTo>
                  <a:cubicBezTo>
                    <a:pt x="-687" y="630195"/>
                    <a:pt x="-5506" y="582671"/>
                    <a:pt x="5022" y="538483"/>
                  </a:cubicBezTo>
                  <a:cubicBezTo>
                    <a:pt x="11769" y="510161"/>
                    <a:pt x="40610" y="490143"/>
                    <a:pt x="66040" y="474425"/>
                  </a:cubicBezTo>
                  <a:cubicBezTo>
                    <a:pt x="98588" y="454333"/>
                    <a:pt x="103481" y="445362"/>
                    <a:pt x="86725" y="412963"/>
                  </a:cubicBezTo>
                  <a:cubicBezTo>
                    <a:pt x="52620" y="346755"/>
                    <a:pt x="71749" y="284625"/>
                    <a:pt x="139143" y="249112"/>
                  </a:cubicBezTo>
                  <a:cubicBezTo>
                    <a:pt x="172802" y="231393"/>
                    <a:pt x="200086" y="205073"/>
                    <a:pt x="231596" y="184536"/>
                  </a:cubicBezTo>
                  <a:cubicBezTo>
                    <a:pt x="259398" y="166371"/>
                    <a:pt x="260807" y="132119"/>
                    <a:pt x="271409" y="103871"/>
                  </a:cubicBezTo>
                  <a:cubicBezTo>
                    <a:pt x="286460" y="63761"/>
                    <a:pt x="302771" y="26320"/>
                    <a:pt x="345476" y="6450"/>
                  </a:cubicBezTo>
                  <a:cubicBezTo>
                    <a:pt x="365790" y="-3262"/>
                    <a:pt x="385586" y="3188"/>
                    <a:pt x="405381" y="0"/>
                  </a:cubicBezTo>
                  <a:close/>
                </a:path>
              </a:pathLst>
            </a:custGeom>
            <a:solidFill>
              <a:srgbClr val="FDC68E"/>
            </a:solidFill>
            <a:ln w="7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ko-KR" altLang="en-US"/>
            </a:p>
          </p:txBody>
        </p:sp>
        <p:grpSp>
          <p:nvGrpSpPr>
            <p:cNvPr id="24" name="그룹 201">
              <a:extLst>
                <a:ext uri="{FF2B5EF4-FFF2-40B4-BE49-F238E27FC236}">
                  <a16:creationId xmlns:a16="http://schemas.microsoft.com/office/drawing/2014/main" id="{E9F00998-C9AE-DC5F-97B3-D6BD8B655CC3}"/>
                </a:ext>
              </a:extLst>
            </p:cNvPr>
            <p:cNvGrpSpPr/>
            <p:nvPr/>
          </p:nvGrpSpPr>
          <p:grpSpPr>
            <a:xfrm flipH="1">
              <a:off x="1606479" y="1063756"/>
              <a:ext cx="2462144" cy="2061784"/>
              <a:chOff x="5993622" y="3666659"/>
              <a:chExt cx="1427229" cy="1195153"/>
            </a:xfrm>
          </p:grpSpPr>
          <p:sp>
            <p:nvSpPr>
              <p:cNvPr id="25" name="Freeform: Shape 24">
                <a:extLst>
                  <a:ext uri="{FF2B5EF4-FFF2-40B4-BE49-F238E27FC236}">
                    <a16:creationId xmlns:a16="http://schemas.microsoft.com/office/drawing/2014/main" id="{B228E7D2-5F8F-A424-292B-F86BDE8856A8}"/>
                  </a:ext>
                </a:extLst>
              </p:cNvPr>
              <p:cNvSpPr/>
              <p:nvPr/>
            </p:nvSpPr>
            <p:spPr>
              <a:xfrm>
                <a:off x="5993622" y="3666659"/>
                <a:ext cx="1427229" cy="874269"/>
              </a:xfrm>
              <a:custGeom>
                <a:avLst/>
                <a:gdLst>
                  <a:gd name="connsiteX0" fmla="*/ 2185699 w 2832111"/>
                  <a:gd name="connsiteY0" fmla="*/ 580067 h 1734850"/>
                  <a:gd name="connsiteX1" fmla="*/ 1082858 w 2832111"/>
                  <a:gd name="connsiteY1" fmla="*/ 10111 h 1734850"/>
                  <a:gd name="connsiteX2" fmla="*/ 1024936 w 2832111"/>
                  <a:gd name="connsiteY2" fmla="*/ 10883 h 1734850"/>
                  <a:gd name="connsiteX3" fmla="*/ 19405 w 2832111"/>
                  <a:gd name="connsiteY3" fmla="*/ 802488 h 1734850"/>
                  <a:gd name="connsiteX4" fmla="*/ 24039 w 2832111"/>
                  <a:gd name="connsiteY4" fmla="*/ 843420 h 1734850"/>
                  <a:gd name="connsiteX5" fmla="*/ 543795 w 2832111"/>
                  <a:gd name="connsiteY5" fmla="*/ 1074337 h 1734850"/>
                  <a:gd name="connsiteX6" fmla="*/ 563874 w 2832111"/>
                  <a:gd name="connsiteY6" fmla="*/ 1109090 h 1734850"/>
                  <a:gd name="connsiteX7" fmla="*/ 548429 w 2832111"/>
                  <a:gd name="connsiteY7" fmla="*/ 1211806 h 1734850"/>
                  <a:gd name="connsiteX8" fmla="*/ 543022 w 2832111"/>
                  <a:gd name="connsiteY8" fmla="*/ 1407197 h 1734850"/>
                  <a:gd name="connsiteX9" fmla="*/ 724512 w 2832111"/>
                  <a:gd name="connsiteY9" fmla="*/ 1298303 h 1734850"/>
                  <a:gd name="connsiteX10" fmla="*/ 1208743 w 2832111"/>
                  <a:gd name="connsiteY10" fmla="*/ 1228796 h 1734850"/>
                  <a:gd name="connsiteX11" fmla="*/ 1538514 w 2832111"/>
                  <a:gd name="connsiteY11" fmla="*/ 1306026 h 1734850"/>
                  <a:gd name="connsiteX12" fmla="*/ 1899949 w 2832111"/>
                  <a:gd name="connsiteY12" fmla="*/ 1596410 h 1734850"/>
                  <a:gd name="connsiteX13" fmla="*/ 1981040 w 2832111"/>
                  <a:gd name="connsiteY13" fmla="*/ 1713027 h 1734850"/>
                  <a:gd name="connsiteX14" fmla="*/ 2018110 w 2832111"/>
                  <a:gd name="connsiteY14" fmla="*/ 1726156 h 1734850"/>
                  <a:gd name="connsiteX15" fmla="*/ 2076805 w 2832111"/>
                  <a:gd name="connsiteY15" fmla="*/ 1440406 h 1734850"/>
                  <a:gd name="connsiteX16" fmla="*/ 2150173 w 2832111"/>
                  <a:gd name="connsiteY16" fmla="*/ 1320700 h 1734850"/>
                  <a:gd name="connsiteX17" fmla="*/ 2832112 w 2832111"/>
                  <a:gd name="connsiteY17" fmla="*/ 916016 h 1734850"/>
                  <a:gd name="connsiteX18" fmla="*/ 2185699 w 2832111"/>
                  <a:gd name="connsiteY18" fmla="*/ 580067 h 173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32111" h="1734850">
                    <a:moveTo>
                      <a:pt x="2185699" y="580067"/>
                    </a:moveTo>
                    <a:cubicBezTo>
                      <a:pt x="2181837" y="579294"/>
                      <a:pt x="1446610" y="199324"/>
                      <a:pt x="1082858" y="10111"/>
                    </a:cubicBezTo>
                    <a:cubicBezTo>
                      <a:pt x="1062006" y="-701"/>
                      <a:pt x="1046560" y="-6107"/>
                      <a:pt x="1024936" y="10883"/>
                    </a:cubicBezTo>
                    <a:cubicBezTo>
                      <a:pt x="690531" y="275781"/>
                      <a:pt x="355354" y="539135"/>
                      <a:pt x="19405" y="802488"/>
                    </a:cubicBezTo>
                    <a:cubicBezTo>
                      <a:pt x="-5309" y="821796"/>
                      <a:pt x="-9170" y="828746"/>
                      <a:pt x="24039" y="843420"/>
                    </a:cubicBezTo>
                    <a:cubicBezTo>
                      <a:pt x="197806" y="919105"/>
                      <a:pt x="370800" y="997107"/>
                      <a:pt x="543795" y="1074337"/>
                    </a:cubicBezTo>
                    <a:cubicBezTo>
                      <a:pt x="560013" y="1081287"/>
                      <a:pt x="568508" y="1088238"/>
                      <a:pt x="563874" y="1109090"/>
                    </a:cubicBezTo>
                    <a:cubicBezTo>
                      <a:pt x="556152" y="1143071"/>
                      <a:pt x="552290" y="1177052"/>
                      <a:pt x="548429" y="1211806"/>
                    </a:cubicBezTo>
                    <a:cubicBezTo>
                      <a:pt x="541478" y="1276679"/>
                      <a:pt x="533755" y="1341552"/>
                      <a:pt x="543022" y="1407197"/>
                    </a:cubicBezTo>
                    <a:cubicBezTo>
                      <a:pt x="583182" y="1367037"/>
                      <a:pt x="706749" y="1306026"/>
                      <a:pt x="724512" y="1298303"/>
                    </a:cubicBezTo>
                    <a:cubicBezTo>
                      <a:pt x="865843" y="1231885"/>
                      <a:pt x="1069729" y="1219529"/>
                      <a:pt x="1208743" y="1228796"/>
                    </a:cubicBezTo>
                    <a:cubicBezTo>
                      <a:pt x="1306824" y="1234975"/>
                      <a:pt x="1467462" y="1278996"/>
                      <a:pt x="1538514" y="1306026"/>
                    </a:cubicBezTo>
                    <a:cubicBezTo>
                      <a:pt x="1617288" y="1336146"/>
                      <a:pt x="1859017" y="1524586"/>
                      <a:pt x="1899949" y="1596410"/>
                    </a:cubicBezTo>
                    <a:cubicBezTo>
                      <a:pt x="1923890" y="1637342"/>
                      <a:pt x="1953237" y="1674412"/>
                      <a:pt x="1981040" y="1713027"/>
                    </a:cubicBezTo>
                    <a:cubicBezTo>
                      <a:pt x="1989535" y="1725383"/>
                      <a:pt x="1997258" y="1747008"/>
                      <a:pt x="2018110" y="1726156"/>
                    </a:cubicBezTo>
                    <a:cubicBezTo>
                      <a:pt x="2040507" y="1631935"/>
                      <a:pt x="2061359" y="1536171"/>
                      <a:pt x="2076805" y="1440406"/>
                    </a:cubicBezTo>
                    <a:cubicBezTo>
                      <a:pt x="2085300" y="1388662"/>
                      <a:pt x="2096112" y="1342324"/>
                      <a:pt x="2150173" y="1320700"/>
                    </a:cubicBezTo>
                    <a:cubicBezTo>
                      <a:pt x="2153262" y="1319155"/>
                      <a:pt x="2737891" y="970077"/>
                      <a:pt x="2832112" y="916016"/>
                    </a:cubicBezTo>
                    <a:cubicBezTo>
                      <a:pt x="2621274" y="807122"/>
                      <a:pt x="2194194" y="593196"/>
                      <a:pt x="2185699" y="580067"/>
                    </a:cubicBezTo>
                    <a:close/>
                  </a:path>
                </a:pathLst>
              </a:custGeom>
              <a:solidFill>
                <a:srgbClr val="170B00"/>
              </a:solidFill>
              <a:ln w="7712"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 name="Freeform: Shape 25">
                <a:extLst>
                  <a:ext uri="{FF2B5EF4-FFF2-40B4-BE49-F238E27FC236}">
                    <a16:creationId xmlns:a16="http://schemas.microsoft.com/office/drawing/2014/main" id="{C7F393AA-6B24-D0F0-624A-3512B7E569AD}"/>
                  </a:ext>
                </a:extLst>
              </p:cNvPr>
              <p:cNvSpPr/>
              <p:nvPr/>
            </p:nvSpPr>
            <p:spPr>
              <a:xfrm>
                <a:off x="7036927" y="3959298"/>
                <a:ext cx="111546" cy="902514"/>
              </a:xfrm>
              <a:custGeom>
                <a:avLst/>
                <a:gdLst>
                  <a:gd name="connsiteX0" fmla="*/ 18886 w 221345"/>
                  <a:gd name="connsiteY0" fmla="*/ 1774880 h 1790897"/>
                  <a:gd name="connsiteX1" fmla="*/ 351 w 221345"/>
                  <a:gd name="connsiteY1" fmla="*/ 1751711 h 1790897"/>
                  <a:gd name="connsiteX2" fmla="*/ 104612 w 221345"/>
                  <a:gd name="connsiteY2" fmla="*/ 314465 h 1790897"/>
                  <a:gd name="connsiteX3" fmla="*/ 92255 w 221345"/>
                  <a:gd name="connsiteY3" fmla="*/ 280484 h 1790897"/>
                  <a:gd name="connsiteX4" fmla="*/ 71403 w 221345"/>
                  <a:gd name="connsiteY4" fmla="*/ 133748 h 1790897"/>
                  <a:gd name="connsiteX5" fmla="*/ 115424 w 221345"/>
                  <a:gd name="connsiteY5" fmla="*/ 140 h 1790897"/>
                  <a:gd name="connsiteX6" fmla="*/ 141682 w 221345"/>
                  <a:gd name="connsiteY6" fmla="*/ 16359 h 1790897"/>
                  <a:gd name="connsiteX7" fmla="*/ 192653 w 221345"/>
                  <a:gd name="connsiteY7" fmla="*/ 97450 h 1790897"/>
                  <a:gd name="connsiteX8" fmla="*/ 208099 w 221345"/>
                  <a:gd name="connsiteY8" fmla="*/ 220245 h 1790897"/>
                  <a:gd name="connsiteX9" fmla="*/ 172574 w 221345"/>
                  <a:gd name="connsiteY9" fmla="*/ 535342 h 1790897"/>
                  <a:gd name="connsiteX10" fmla="*/ 188020 w 221345"/>
                  <a:gd name="connsiteY10" fmla="*/ 1744760 h 1790897"/>
                  <a:gd name="connsiteX11" fmla="*/ 140909 w 221345"/>
                  <a:gd name="connsiteY11" fmla="*/ 1788781 h 1790897"/>
                  <a:gd name="connsiteX12" fmla="*/ 18886 w 221345"/>
                  <a:gd name="connsiteY12" fmla="*/ 1774880 h 1790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1345" h="1790897">
                    <a:moveTo>
                      <a:pt x="18886" y="1774880"/>
                    </a:moveTo>
                    <a:cubicBezTo>
                      <a:pt x="1896" y="1773335"/>
                      <a:pt x="-1193" y="1769473"/>
                      <a:pt x="351" y="1751711"/>
                    </a:cubicBezTo>
                    <a:cubicBezTo>
                      <a:pt x="6530" y="1688382"/>
                      <a:pt x="95344" y="453479"/>
                      <a:pt x="104612" y="314465"/>
                    </a:cubicBezTo>
                    <a:cubicBezTo>
                      <a:pt x="105384" y="299792"/>
                      <a:pt x="102295" y="289752"/>
                      <a:pt x="92255" y="280484"/>
                    </a:cubicBezTo>
                    <a:cubicBezTo>
                      <a:pt x="44372" y="237236"/>
                      <a:pt x="45145" y="187036"/>
                      <a:pt x="71403" y="133748"/>
                    </a:cubicBezTo>
                    <a:cubicBezTo>
                      <a:pt x="92255" y="91271"/>
                      <a:pt x="115424" y="49567"/>
                      <a:pt x="115424" y="140"/>
                    </a:cubicBezTo>
                    <a:cubicBezTo>
                      <a:pt x="128553" y="-1404"/>
                      <a:pt x="133186" y="10180"/>
                      <a:pt x="141682" y="16359"/>
                    </a:cubicBezTo>
                    <a:cubicBezTo>
                      <a:pt x="157900" y="44161"/>
                      <a:pt x="174118" y="71192"/>
                      <a:pt x="192653" y="97450"/>
                    </a:cubicBezTo>
                    <a:cubicBezTo>
                      <a:pt x="218911" y="134520"/>
                      <a:pt x="233585" y="177769"/>
                      <a:pt x="208099" y="220245"/>
                    </a:cubicBezTo>
                    <a:cubicBezTo>
                      <a:pt x="147088" y="320644"/>
                      <a:pt x="169484" y="429538"/>
                      <a:pt x="172574" y="535342"/>
                    </a:cubicBezTo>
                    <a:cubicBezTo>
                      <a:pt x="174118" y="583997"/>
                      <a:pt x="184158" y="1674481"/>
                      <a:pt x="188020" y="1744760"/>
                    </a:cubicBezTo>
                    <a:cubicBezTo>
                      <a:pt x="190337" y="1783375"/>
                      <a:pt x="177207" y="1796504"/>
                      <a:pt x="140909" y="1788781"/>
                    </a:cubicBezTo>
                    <a:cubicBezTo>
                      <a:pt x="133959" y="1787236"/>
                      <a:pt x="52868" y="1777196"/>
                      <a:pt x="18886" y="1774880"/>
                    </a:cubicBezTo>
                    <a:close/>
                  </a:path>
                </a:pathLst>
              </a:custGeom>
              <a:solidFill>
                <a:schemeClr val="accent1"/>
              </a:solidFill>
              <a:ln w="7712"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spTree>
    <p:extLst>
      <p:ext uri="{BB962C8B-B14F-4D97-AF65-F5344CB8AC3E}">
        <p14:creationId xmlns:p14="http://schemas.microsoft.com/office/powerpoint/2010/main" val="786666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1149</TotalTime>
  <Words>1542</Words>
  <Application>Microsoft Office PowerPoint</Application>
  <PresentationFormat>Widescreen</PresentationFormat>
  <Paragraphs>157</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Courier New</vt:lpstr>
      <vt:lpstr>Times New Roman</vt:lpstr>
      <vt:lpstr>Office Theme</vt:lpstr>
      <vt:lpstr>Paper Title:  UrbanKart A Spring Boot-Based Scalable E commerce Paper ID:101 Authors Name: Arindol Ghosh , Suraj Goswami , Debashis Kar , Binoy Gorai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Paper Title: Paper ID: Authors Name: Session ID:</dc:title>
  <dc:creator>NCCCI 2025</dc:creator>
  <cp:lastModifiedBy>ARINDOL GHOSH</cp:lastModifiedBy>
  <cp:revision>32</cp:revision>
  <dcterms:created xsi:type="dcterms:W3CDTF">2024-04-03T13:03:42Z</dcterms:created>
  <dcterms:modified xsi:type="dcterms:W3CDTF">2025-03-01T05:12:34Z</dcterms:modified>
</cp:coreProperties>
</file>